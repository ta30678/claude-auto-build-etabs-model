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3" r:id="rId2"/>
    <p:sldMasterId id="2147483693" r:id="rId3"/>
  </p:sldMasterIdLst>
  <p:notesMasterIdLst>
    <p:notesMasterId r:id="rId26"/>
  </p:notesMasterIdLst>
  <p:sldIdLst>
    <p:sldId id="343" r:id="rId4"/>
    <p:sldId id="344" r:id="rId5"/>
    <p:sldId id="346" r:id="rId6"/>
    <p:sldId id="330" r:id="rId7"/>
    <p:sldId id="331" r:id="rId8"/>
    <p:sldId id="350" r:id="rId9"/>
    <p:sldId id="332" r:id="rId10"/>
    <p:sldId id="351" r:id="rId11"/>
    <p:sldId id="352" r:id="rId12"/>
    <p:sldId id="353" r:id="rId13"/>
    <p:sldId id="333" r:id="rId14"/>
    <p:sldId id="354" r:id="rId15"/>
    <p:sldId id="334" r:id="rId16"/>
    <p:sldId id="335" r:id="rId17"/>
    <p:sldId id="337" r:id="rId18"/>
    <p:sldId id="338" r:id="rId19"/>
    <p:sldId id="347" r:id="rId20"/>
    <p:sldId id="348" r:id="rId21"/>
    <p:sldId id="349" r:id="rId22"/>
    <p:sldId id="339" r:id="rId23"/>
    <p:sldId id="340" r:id="rId24"/>
    <p:sldId id="34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67" autoAdjust="0"/>
  </p:normalViewPr>
  <p:slideViewPr>
    <p:cSldViewPr snapToGrid="0" snapToObjects="1">
      <p:cViewPr>
        <p:scale>
          <a:sx n="66" d="100"/>
          <a:sy n="66" d="100"/>
        </p:scale>
        <p:origin x="576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E5F02-34D6-497E-9AF4-8E66B05254AD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73C71-34AA-4747-9D6A-DB522F0899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32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73C71-34AA-4747-9D6A-DB522F08992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57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ments-str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ments-str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3DF12075-E9E7-4D2F-89C3-6FD38F97472B}"/>
              </a:ext>
            </a:extLst>
          </p:cNvPr>
          <p:cNvSpPr txBox="1"/>
          <p:nvPr/>
        </p:nvSpPr>
        <p:spPr>
          <a:xfrm>
            <a:off x="10048039" y="1416524"/>
            <a:ext cx="1930400" cy="307777"/>
          </a:xfrm>
          <a:prstGeom prst="rect">
            <a:avLst/>
          </a:prstGeom>
          <a:solidFill>
            <a:schemeClr val="bg1">
              <a:lumMod val="85000"/>
              <a:alpha val="73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zh-TW" altLang="en-US" sz="14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EE4517-A2F0-492E-8319-6146762A7F5A}"/>
              </a:ext>
            </a:extLst>
          </p:cNvPr>
          <p:cNvSpPr/>
          <p:nvPr/>
        </p:nvSpPr>
        <p:spPr>
          <a:xfrm>
            <a:off x="-12700" y="1237904"/>
            <a:ext cx="1240367" cy="448023"/>
          </a:xfrm>
          <a:prstGeom prst="rect">
            <a:avLst/>
          </a:prstGeom>
          <a:gradFill>
            <a:gsLst>
              <a:gs pos="23000">
                <a:srgbClr val="E27026"/>
              </a:gs>
              <a:gs pos="99000">
                <a:srgbClr val="F6D4BE">
                  <a:alpha val="64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dirty="0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6B5E1CA-260A-4FE4-AAC2-61D5B88CD63B}"/>
              </a:ext>
            </a:extLst>
          </p:cNvPr>
          <p:cNvSpPr/>
          <p:nvPr/>
        </p:nvSpPr>
        <p:spPr>
          <a:xfrm rot="9756150">
            <a:off x="711285" y="849259"/>
            <a:ext cx="1435100" cy="92786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BCF0C51-5C97-4BDC-B26C-9259ECFC1A1A}"/>
              </a:ext>
            </a:extLst>
          </p:cNvPr>
          <p:cNvCxnSpPr>
            <a:cxnSpLocks/>
          </p:cNvCxnSpPr>
          <p:nvPr/>
        </p:nvCxnSpPr>
        <p:spPr>
          <a:xfrm>
            <a:off x="0" y="1680905"/>
            <a:ext cx="11991139" cy="38100"/>
          </a:xfrm>
          <a:prstGeom prst="line">
            <a:avLst/>
          </a:prstGeom>
          <a:ln>
            <a:solidFill>
              <a:srgbClr val="E378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CCEC7675-5F5A-46D5-A79E-B446E12EA7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433" y="1244010"/>
            <a:ext cx="5181600" cy="4800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2022</a:t>
            </a:r>
            <a:r>
              <a:rPr lang="zh-TW" altLang="en-US" dirty="0"/>
              <a:t>第四季投影片母版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C115552-C611-4D54-ADE1-18503D0F9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01043610-FCAC-4CEF-A683-1355ECAD87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48039" y="1392624"/>
            <a:ext cx="1930400" cy="355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2023/xx/xx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8350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3905"/>
            <a:ext cx="10515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593597"/>
            <a:ext cx="27432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C2B685A-85C8-48C0-8AE0-53F044C1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8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34D37C-E78C-47B9-86BD-788F5186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15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6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E27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EC344A-E158-4CE8-814B-39A25F12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7A692B-2129-4034-A74C-EDD2A55B851F}"/>
              </a:ext>
            </a:extLst>
          </p:cNvPr>
          <p:cNvSpPr/>
          <p:nvPr/>
        </p:nvSpPr>
        <p:spPr>
          <a:xfrm>
            <a:off x="0" y="4021585"/>
            <a:ext cx="12192000" cy="1562470"/>
          </a:xfrm>
          <a:prstGeom prst="rect">
            <a:avLst/>
          </a:prstGeom>
          <a:gradFill>
            <a:gsLst>
              <a:gs pos="0">
                <a:srgbClr val="E17227"/>
              </a:gs>
              <a:gs pos="99000">
                <a:srgbClr val="F6D4B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2C14CBC8-A31A-4CA8-93F3-A8D0434A8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5E6279D-AC90-4C7B-9F9D-99E657A4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內容版面配置區 6">
            <a:extLst>
              <a:ext uri="{FF2B5EF4-FFF2-40B4-BE49-F238E27FC236}">
                <a16:creationId xmlns:a16="http://schemas.microsoft.com/office/drawing/2014/main" id="{1476C643-4A40-4F9C-ADC0-0A430F16C3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2023.xx.xx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972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  <a:lvl2pPr>
              <a:defRPr sz="2800">
                <a:latin typeface="+mj-ea"/>
                <a:ea typeface="+mj-ea"/>
              </a:defRPr>
            </a:lvl2pPr>
            <a:lvl3pPr>
              <a:defRPr sz="24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B184D4-3E9D-4A1E-A11E-0CA0A3ED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DC0FC06-A926-425C-88E2-CFBF6D256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81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1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EC344A-E158-4CE8-814B-39A25F12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BE133C-0010-4782-AAA4-593D58B73B3A}"/>
              </a:ext>
            </a:extLst>
          </p:cNvPr>
          <p:cNvSpPr/>
          <p:nvPr/>
        </p:nvSpPr>
        <p:spPr>
          <a:xfrm>
            <a:off x="0" y="1292352"/>
            <a:ext cx="12192000" cy="1353312"/>
          </a:xfrm>
          <a:prstGeom prst="rect">
            <a:avLst/>
          </a:prstGeom>
          <a:gradFill>
            <a:gsLst>
              <a:gs pos="0">
                <a:srgbClr val="E17227"/>
              </a:gs>
              <a:gs pos="99000">
                <a:srgbClr val="F6D4B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C0EB6DD-F70F-484E-8A64-4F7F3047A6E9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 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工程顧問有限公司</a:t>
            </a:r>
          </a:p>
          <a:p>
            <a:endParaRPr lang="zh-TW" altLang="en-US" sz="1400" dirty="0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74EEC956-7FBA-4A4D-82E8-C7686046204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04810C8-CF51-4785-AC26-09BB3C1E5EB4}"/>
              </a:ext>
            </a:extLst>
          </p:cNvPr>
          <p:cNvSpPr txBox="1"/>
          <p:nvPr/>
        </p:nvSpPr>
        <p:spPr>
          <a:xfrm>
            <a:off x="2270760" y="6118674"/>
            <a:ext cx="8059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 </a:t>
            </a:r>
          </a:p>
          <a:p>
            <a:pPr algn="ctr"/>
            <a:r>
              <a:rPr lang="en-US" altLang="zh-TW" sz="1600" dirty="0">
                <a:solidFill>
                  <a:schemeClr val="accent4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B35445-7396-42FB-934C-20E59D7A173A}"/>
              </a:ext>
            </a:extLst>
          </p:cNvPr>
          <p:cNvSpPr txBox="1"/>
          <p:nvPr/>
        </p:nvSpPr>
        <p:spPr>
          <a:xfrm>
            <a:off x="3542582" y="4221089"/>
            <a:ext cx="4796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  <a:endParaRPr lang="zh-TW" altLang="en-US" sz="1400" dirty="0">
              <a:solidFill>
                <a:srgbClr val="F79646">
                  <a:lumMod val="7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862D7C-059A-4FF2-805B-7E109F58C1C4}"/>
              </a:ext>
            </a:extLst>
          </p:cNvPr>
          <p:cNvSpPr/>
          <p:nvPr/>
        </p:nvSpPr>
        <p:spPr>
          <a:xfrm>
            <a:off x="3407701" y="3933056"/>
            <a:ext cx="5184576" cy="7200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13" name="標題 4">
            <a:extLst>
              <a:ext uri="{FF2B5EF4-FFF2-40B4-BE49-F238E27FC236}">
                <a16:creationId xmlns:a16="http://schemas.microsoft.com/office/drawing/2014/main" id="{918E36EC-B911-42D6-A570-98B402404832}"/>
              </a:ext>
            </a:extLst>
          </p:cNvPr>
          <p:cNvSpPr txBox="1">
            <a:spLocks/>
          </p:cNvSpPr>
          <p:nvPr/>
        </p:nvSpPr>
        <p:spPr>
          <a:xfrm>
            <a:off x="-528736" y="5411585"/>
            <a:ext cx="13034664" cy="999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E27128"/>
                </a:solidFill>
                <a:latin typeface="+mn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  <a:t>Visit Us   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https://www.elements-str.com/</a:t>
            </a:r>
            <a:b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</a:b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微軟正黑體"/>
              <a:cs typeface="Calibri Light" panose="020F03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9233942-2A8E-4844-8D67-0E69E3361492}"/>
              </a:ext>
            </a:extLst>
          </p:cNvPr>
          <p:cNvSpPr txBox="1"/>
          <p:nvPr/>
        </p:nvSpPr>
        <p:spPr>
          <a:xfrm>
            <a:off x="2351584" y="3573016"/>
            <a:ext cx="7296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rgbClr val="F79646">
                    <a:lumMod val="75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 VALUE</a:t>
            </a:r>
            <a:endParaRPr lang="zh-TW" altLang="en-US" sz="4000" b="1" dirty="0">
              <a:solidFill>
                <a:srgbClr val="F79646">
                  <a:lumMod val="75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手繪多邊形: 圖案 14">
            <a:extLst>
              <a:ext uri="{FF2B5EF4-FFF2-40B4-BE49-F238E27FC236}">
                <a16:creationId xmlns:a16="http://schemas.microsoft.com/office/drawing/2014/main" id="{BFE30864-C501-4271-B924-8619645B86D2}"/>
              </a:ext>
            </a:extLst>
          </p:cNvPr>
          <p:cNvSpPr/>
          <p:nvPr/>
        </p:nvSpPr>
        <p:spPr>
          <a:xfrm>
            <a:off x="4981576" y="3840957"/>
            <a:ext cx="317499" cy="326232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4" h="326232">
                <a:moveTo>
                  <a:pt x="0" y="323850"/>
                </a:moveTo>
                <a:lnTo>
                  <a:pt x="114299" y="0"/>
                </a:lnTo>
                <a:lnTo>
                  <a:pt x="238124" y="326232"/>
                </a:lnTo>
                <a:lnTo>
                  <a:pt x="0" y="323850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CE446294-88C3-4D56-9014-F4CDD677D9EB}"/>
              </a:ext>
            </a:extLst>
          </p:cNvPr>
          <p:cNvSpPr/>
          <p:nvPr/>
        </p:nvSpPr>
        <p:spPr>
          <a:xfrm>
            <a:off x="6768075" y="3834854"/>
            <a:ext cx="311149" cy="330995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  <a:gd name="connsiteX0" fmla="*/ 0 w 242887"/>
              <a:gd name="connsiteY0" fmla="*/ 311943 h 326232"/>
              <a:gd name="connsiteX1" fmla="*/ 119062 w 242887"/>
              <a:gd name="connsiteY1" fmla="*/ 0 h 326232"/>
              <a:gd name="connsiteX2" fmla="*/ 242887 w 242887"/>
              <a:gd name="connsiteY2" fmla="*/ 326232 h 326232"/>
              <a:gd name="connsiteX3" fmla="*/ 0 w 242887"/>
              <a:gd name="connsiteY3" fmla="*/ 311943 h 326232"/>
              <a:gd name="connsiteX0" fmla="*/ 0 w 242887"/>
              <a:gd name="connsiteY0" fmla="*/ 338137 h 352426"/>
              <a:gd name="connsiteX1" fmla="*/ 111919 w 242887"/>
              <a:gd name="connsiteY1" fmla="*/ 0 h 352426"/>
              <a:gd name="connsiteX2" fmla="*/ 242887 w 242887"/>
              <a:gd name="connsiteY2" fmla="*/ 352426 h 352426"/>
              <a:gd name="connsiteX3" fmla="*/ 0 w 242887"/>
              <a:gd name="connsiteY3" fmla="*/ 338137 h 352426"/>
              <a:gd name="connsiteX0" fmla="*/ 0 w 238125"/>
              <a:gd name="connsiteY0" fmla="*/ 338137 h 338137"/>
              <a:gd name="connsiteX1" fmla="*/ 111919 w 238125"/>
              <a:gd name="connsiteY1" fmla="*/ 0 h 338137"/>
              <a:gd name="connsiteX2" fmla="*/ 238125 w 238125"/>
              <a:gd name="connsiteY2" fmla="*/ 330995 h 338137"/>
              <a:gd name="connsiteX3" fmla="*/ 0 w 238125"/>
              <a:gd name="connsiteY3" fmla="*/ 338137 h 338137"/>
              <a:gd name="connsiteX0" fmla="*/ 0 w 233362"/>
              <a:gd name="connsiteY0" fmla="*/ 328612 h 330995"/>
              <a:gd name="connsiteX1" fmla="*/ 107156 w 233362"/>
              <a:gd name="connsiteY1" fmla="*/ 0 h 330995"/>
              <a:gd name="connsiteX2" fmla="*/ 233362 w 233362"/>
              <a:gd name="connsiteY2" fmla="*/ 330995 h 330995"/>
              <a:gd name="connsiteX3" fmla="*/ 0 w 233362"/>
              <a:gd name="connsiteY3" fmla="*/ 328612 h 33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330995">
                <a:moveTo>
                  <a:pt x="0" y="328612"/>
                </a:moveTo>
                <a:lnTo>
                  <a:pt x="107156" y="0"/>
                </a:lnTo>
                <a:lnTo>
                  <a:pt x="233362" y="330995"/>
                </a:lnTo>
                <a:lnTo>
                  <a:pt x="0" y="32861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38CF7DD-A004-448C-9BED-2CCFB700E5A6}"/>
              </a:ext>
            </a:extLst>
          </p:cNvPr>
          <p:cNvCxnSpPr/>
          <p:nvPr/>
        </p:nvCxnSpPr>
        <p:spPr>
          <a:xfrm>
            <a:off x="3599723" y="4221088"/>
            <a:ext cx="4896544" cy="0"/>
          </a:xfrm>
          <a:prstGeom prst="line">
            <a:avLst/>
          </a:prstGeom>
          <a:noFill/>
          <a:ln w="6350" cap="flat" cmpd="sng" algn="ctr">
            <a:solidFill>
              <a:srgbClr val="D9D9D9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1548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8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D136F5C-5E08-47FF-91AE-F57EC5AE933A}"/>
              </a:ext>
            </a:extLst>
          </p:cNvPr>
          <p:cNvSpPr/>
          <p:nvPr/>
        </p:nvSpPr>
        <p:spPr>
          <a:xfrm>
            <a:off x="0" y="1237903"/>
            <a:ext cx="1227667" cy="446493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950245-5EC2-462E-8CA4-9FEB371A5FAE}"/>
              </a:ext>
            </a:extLst>
          </p:cNvPr>
          <p:cNvGrpSpPr/>
          <p:nvPr/>
        </p:nvGrpSpPr>
        <p:grpSpPr>
          <a:xfrm>
            <a:off x="711285" y="849259"/>
            <a:ext cx="11480716" cy="1002146"/>
            <a:chOff x="533463" y="849259"/>
            <a:chExt cx="8610537" cy="1002146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DF12075-E9E7-4D2F-89C3-6FD38F97472B}"/>
                </a:ext>
              </a:extLst>
            </p:cNvPr>
            <p:cNvSpPr txBox="1"/>
            <p:nvPr/>
          </p:nvSpPr>
          <p:spPr>
            <a:xfrm>
              <a:off x="7696200" y="1543628"/>
              <a:ext cx="1447800" cy="307777"/>
            </a:xfrm>
            <a:prstGeom prst="rect">
              <a:avLst/>
            </a:prstGeom>
            <a:solidFill>
              <a:schemeClr val="bg1">
                <a:lumMod val="85000"/>
                <a:alpha val="73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86B5E1CA-260A-4FE4-AAC2-61D5B88CD63B}"/>
                </a:ext>
              </a:extLst>
            </p:cNvPr>
            <p:cNvSpPr/>
            <p:nvPr/>
          </p:nvSpPr>
          <p:spPr>
            <a:xfrm rot="9756150">
              <a:off x="533463" y="849259"/>
              <a:ext cx="1076325" cy="9278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433" y="1244010"/>
            <a:ext cx="5181600" cy="48001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0A03714-762D-44FE-9F03-7BB8BC157093}"/>
              </a:ext>
            </a:extLst>
          </p:cNvPr>
          <p:cNvCxnSpPr>
            <a:cxnSpLocks/>
          </p:cNvCxnSpPr>
          <p:nvPr/>
        </p:nvCxnSpPr>
        <p:spPr>
          <a:xfrm>
            <a:off x="-12699" y="1684397"/>
            <a:ext cx="10274300" cy="11591"/>
          </a:xfrm>
          <a:prstGeom prst="line">
            <a:avLst/>
          </a:prstGeom>
          <a:ln>
            <a:solidFill>
              <a:srgbClr val="06B1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6">
            <a:extLst>
              <a:ext uri="{FF2B5EF4-FFF2-40B4-BE49-F238E27FC236}">
                <a16:creationId xmlns:a16="http://schemas.microsoft.com/office/drawing/2014/main" id="{0EBA2089-3C58-417E-AE0D-D9AEC53D05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261600" y="1555988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2018/xx/xx</a:t>
            </a:r>
            <a:endParaRPr lang="zh-TW" alt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862F88B-DAE1-4197-94F2-4DC66E910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0" name="圖形 6">
            <a:extLst>
              <a:ext uri="{FF2B5EF4-FFF2-40B4-BE49-F238E27FC236}">
                <a16:creationId xmlns:a16="http://schemas.microsoft.com/office/drawing/2014/main" id="{162A5ED6-AA37-4866-B535-2B19D89DAA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1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E3E8D2-A6EB-4129-AAC2-C8F0378AC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55371C-D64D-43F3-87BC-CFD7CEF0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4CD9AF-D50D-4382-8E91-B4703BE21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905"/>
            <a:ext cx="10515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5" name="圖形 6">
            <a:extLst>
              <a:ext uri="{FF2B5EF4-FFF2-40B4-BE49-F238E27FC236}">
                <a16:creationId xmlns:a16="http://schemas.microsoft.com/office/drawing/2014/main" id="{CBBBB4FB-4FD4-45F5-937D-70D8E6612C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33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7A303B-9EEF-43C8-BF8A-C7DB85784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AECEED-7ECD-45B3-B02F-D48DCA3CB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AE1DAB-44EB-4B56-A6A8-46CF395E1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09D45C17-72FB-4EB7-8A1F-A84422FDE26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7ED18-F54E-494E-B926-E5B7F587E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4" name="圖形 6">
            <a:extLst>
              <a:ext uri="{FF2B5EF4-FFF2-40B4-BE49-F238E27FC236}">
                <a16:creationId xmlns:a16="http://schemas.microsoft.com/office/drawing/2014/main" id="{0DB6A092-8599-403C-A373-7925C0D3BB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4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ECEBEE-7B36-4171-969C-60AFFF8F2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3" name="圖形 6">
            <a:extLst>
              <a:ext uri="{FF2B5EF4-FFF2-40B4-BE49-F238E27FC236}">
                <a16:creationId xmlns:a16="http://schemas.microsoft.com/office/drawing/2014/main" id="{75D73862-9C64-495D-A83C-EE156BAA83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66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02B0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3B0862F-FD5C-41B4-B0B7-6A00F56DC666}"/>
              </a:ext>
            </a:extLst>
          </p:cNvPr>
          <p:cNvSpPr/>
          <p:nvPr/>
        </p:nvSpPr>
        <p:spPr>
          <a:xfrm>
            <a:off x="0" y="4021584"/>
            <a:ext cx="12192000" cy="1562470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60EE67-AB91-491B-A6B6-346E3029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FB4486E8-EFC0-46A1-AF7D-8A2F7A4F27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2019.xx.xx</a:t>
            </a: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41140A-B5B0-4C9E-9F4C-8AC473C0F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9" name="圖形 11">
            <a:extLst>
              <a:ext uri="{FF2B5EF4-FFF2-40B4-BE49-F238E27FC236}">
                <a16:creationId xmlns:a16="http://schemas.microsoft.com/office/drawing/2014/main" id="{BF377461-B6D0-4518-A805-F3DB285DF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71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EBFB3F-E913-4A7A-8BA0-3DF36B5F7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7C778E-B9AD-4B21-81C2-EC210DDF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  <a:lvl2pPr>
              <a:defRPr sz="2800">
                <a:latin typeface="+mj-ea"/>
                <a:ea typeface="+mj-ea"/>
              </a:defRPr>
            </a:lvl2pPr>
            <a:lvl3pPr>
              <a:defRPr sz="24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683331-C949-44B5-853A-A65F85FD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2DC96BA-EE22-4650-9FEA-F553D5466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67ADA16D-1628-426D-907F-4A250B9632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3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69C6DA-56AE-4D53-914C-AC532EBF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8073FCF-1387-4A6B-83EC-502D1B21CF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7279E2F-783E-421E-AC22-C82A0D86B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99F852-148A-4DEA-8F03-52DC492AB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F7024431-5A96-4990-8B02-B0B02076B9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666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BDD944A-C8CB-4EAC-AEA9-EFC5F150CD6F}"/>
              </a:ext>
            </a:extLst>
          </p:cNvPr>
          <p:cNvSpPr/>
          <p:nvPr/>
        </p:nvSpPr>
        <p:spPr>
          <a:xfrm>
            <a:off x="0" y="1292352"/>
            <a:ext cx="12192000" cy="1353312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629BB2-ED75-4C83-ABCE-1CC25849BE0A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</a:p>
          <a:p>
            <a:endParaRPr lang="zh-TW" alt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F25188B-60DE-4F6A-9530-321F5FF05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EEFDF1-F57F-4A88-A650-031EFDABFD3F}"/>
              </a:ext>
            </a:extLst>
          </p:cNvPr>
          <p:cNvSpPr txBox="1"/>
          <p:nvPr/>
        </p:nvSpPr>
        <p:spPr>
          <a:xfrm>
            <a:off x="2758441" y="6006718"/>
            <a:ext cx="6675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</a:t>
            </a:r>
          </a:p>
          <a:p>
            <a:pPr algn="ctr"/>
            <a:r>
              <a:rPr lang="en-US" altLang="zh-TW" sz="1600" dirty="0">
                <a:solidFill>
                  <a:schemeClr val="accent4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pic>
        <p:nvPicPr>
          <p:cNvPr id="10" name="圖形 7">
            <a:extLst>
              <a:ext uri="{FF2B5EF4-FFF2-40B4-BE49-F238E27FC236}">
                <a16:creationId xmlns:a16="http://schemas.microsoft.com/office/drawing/2014/main" id="{5E90B2CC-A12D-47FA-9D4F-9B423961A6A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6270A2-C0DA-499C-ABD3-3E4BD7E83BD0}"/>
              </a:ext>
            </a:extLst>
          </p:cNvPr>
          <p:cNvSpPr txBox="1"/>
          <p:nvPr userDrawn="1"/>
        </p:nvSpPr>
        <p:spPr>
          <a:xfrm>
            <a:off x="3542582" y="4221089"/>
            <a:ext cx="4796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  <a:endParaRPr lang="zh-TW" altLang="en-US" sz="1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6C04D6-864F-4D4E-B001-E8ADA8C9D32A}"/>
              </a:ext>
            </a:extLst>
          </p:cNvPr>
          <p:cNvSpPr/>
          <p:nvPr userDrawn="1"/>
        </p:nvSpPr>
        <p:spPr>
          <a:xfrm>
            <a:off x="3348436" y="4222724"/>
            <a:ext cx="5184576" cy="7200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22" name="標題 4">
            <a:extLst>
              <a:ext uri="{FF2B5EF4-FFF2-40B4-BE49-F238E27FC236}">
                <a16:creationId xmlns:a16="http://schemas.microsoft.com/office/drawing/2014/main" id="{C5B345B3-68AE-4CDD-8F54-5D8DCB03EBE1}"/>
              </a:ext>
            </a:extLst>
          </p:cNvPr>
          <p:cNvSpPr txBox="1">
            <a:spLocks/>
          </p:cNvSpPr>
          <p:nvPr userDrawn="1"/>
        </p:nvSpPr>
        <p:spPr>
          <a:xfrm>
            <a:off x="-528736" y="5085185"/>
            <a:ext cx="13034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E27128"/>
                </a:solidFill>
                <a:latin typeface="+mn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  <a:t>Visit Us   </a:t>
            </a:r>
            <a:r>
              <a:rPr kumimoji="0" lang="zh-TW" altLang="en-US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https://www.elements-str.com/</a:t>
            </a:r>
            <a:br>
              <a:rPr kumimoji="0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</a:b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微軟正黑體"/>
              <a:cs typeface="Calibri Light" panose="020F0302020204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52482F5-D257-4E6C-A2EA-5028E34B4C87}"/>
              </a:ext>
            </a:extLst>
          </p:cNvPr>
          <p:cNvSpPr txBox="1"/>
          <p:nvPr userDrawn="1"/>
        </p:nvSpPr>
        <p:spPr>
          <a:xfrm>
            <a:off x="2351584" y="3573016"/>
            <a:ext cx="7296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 VALUE</a:t>
            </a:r>
            <a:endParaRPr lang="zh-TW" altLang="en-US" sz="40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4404C177-1392-4661-AD7D-AE3141CC8394}"/>
              </a:ext>
            </a:extLst>
          </p:cNvPr>
          <p:cNvSpPr/>
          <p:nvPr userDrawn="1"/>
        </p:nvSpPr>
        <p:spPr>
          <a:xfrm>
            <a:off x="4981576" y="3840957"/>
            <a:ext cx="317499" cy="326232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4" h="326232">
                <a:moveTo>
                  <a:pt x="0" y="323850"/>
                </a:moveTo>
                <a:lnTo>
                  <a:pt x="114299" y="0"/>
                </a:lnTo>
                <a:lnTo>
                  <a:pt x="238124" y="326232"/>
                </a:lnTo>
                <a:lnTo>
                  <a:pt x="0" y="323850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25" name="手繪多邊形: 圖案 24">
            <a:extLst>
              <a:ext uri="{FF2B5EF4-FFF2-40B4-BE49-F238E27FC236}">
                <a16:creationId xmlns:a16="http://schemas.microsoft.com/office/drawing/2014/main" id="{C4C56F13-A488-484E-B7FD-9C91FC3EA9E4}"/>
              </a:ext>
            </a:extLst>
          </p:cNvPr>
          <p:cNvSpPr/>
          <p:nvPr userDrawn="1"/>
        </p:nvSpPr>
        <p:spPr>
          <a:xfrm>
            <a:off x="6768075" y="3834854"/>
            <a:ext cx="311149" cy="330995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  <a:gd name="connsiteX0" fmla="*/ 0 w 242887"/>
              <a:gd name="connsiteY0" fmla="*/ 311943 h 326232"/>
              <a:gd name="connsiteX1" fmla="*/ 119062 w 242887"/>
              <a:gd name="connsiteY1" fmla="*/ 0 h 326232"/>
              <a:gd name="connsiteX2" fmla="*/ 242887 w 242887"/>
              <a:gd name="connsiteY2" fmla="*/ 326232 h 326232"/>
              <a:gd name="connsiteX3" fmla="*/ 0 w 242887"/>
              <a:gd name="connsiteY3" fmla="*/ 311943 h 326232"/>
              <a:gd name="connsiteX0" fmla="*/ 0 w 242887"/>
              <a:gd name="connsiteY0" fmla="*/ 338137 h 352426"/>
              <a:gd name="connsiteX1" fmla="*/ 111919 w 242887"/>
              <a:gd name="connsiteY1" fmla="*/ 0 h 352426"/>
              <a:gd name="connsiteX2" fmla="*/ 242887 w 242887"/>
              <a:gd name="connsiteY2" fmla="*/ 352426 h 352426"/>
              <a:gd name="connsiteX3" fmla="*/ 0 w 242887"/>
              <a:gd name="connsiteY3" fmla="*/ 338137 h 352426"/>
              <a:gd name="connsiteX0" fmla="*/ 0 w 238125"/>
              <a:gd name="connsiteY0" fmla="*/ 338137 h 338137"/>
              <a:gd name="connsiteX1" fmla="*/ 111919 w 238125"/>
              <a:gd name="connsiteY1" fmla="*/ 0 h 338137"/>
              <a:gd name="connsiteX2" fmla="*/ 238125 w 238125"/>
              <a:gd name="connsiteY2" fmla="*/ 330995 h 338137"/>
              <a:gd name="connsiteX3" fmla="*/ 0 w 238125"/>
              <a:gd name="connsiteY3" fmla="*/ 338137 h 338137"/>
              <a:gd name="connsiteX0" fmla="*/ 0 w 233362"/>
              <a:gd name="connsiteY0" fmla="*/ 328612 h 330995"/>
              <a:gd name="connsiteX1" fmla="*/ 107156 w 233362"/>
              <a:gd name="connsiteY1" fmla="*/ 0 h 330995"/>
              <a:gd name="connsiteX2" fmla="*/ 233362 w 233362"/>
              <a:gd name="connsiteY2" fmla="*/ 330995 h 330995"/>
              <a:gd name="connsiteX3" fmla="*/ 0 w 233362"/>
              <a:gd name="connsiteY3" fmla="*/ 328612 h 33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330995">
                <a:moveTo>
                  <a:pt x="0" y="328612"/>
                </a:moveTo>
                <a:lnTo>
                  <a:pt x="107156" y="0"/>
                </a:lnTo>
                <a:lnTo>
                  <a:pt x="233362" y="330995"/>
                </a:lnTo>
                <a:lnTo>
                  <a:pt x="0" y="32861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4D990F40-26F7-483E-8B61-117C0BE21BC7}"/>
              </a:ext>
            </a:extLst>
          </p:cNvPr>
          <p:cNvCxnSpPr/>
          <p:nvPr userDrawn="1"/>
        </p:nvCxnSpPr>
        <p:spPr>
          <a:xfrm>
            <a:off x="3599723" y="4221088"/>
            <a:ext cx="4896544" cy="0"/>
          </a:xfrm>
          <a:prstGeom prst="line">
            <a:avLst/>
          </a:prstGeom>
          <a:noFill/>
          <a:ln w="6350" cap="flat" cmpd="sng" algn="ctr">
            <a:solidFill>
              <a:srgbClr val="D9D9D9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912635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C6FEF-945E-48FE-AB9D-3BA45BBAD303}"/>
              </a:ext>
            </a:extLst>
          </p:cNvPr>
          <p:cNvSpPr txBox="1"/>
          <p:nvPr/>
        </p:nvSpPr>
        <p:spPr>
          <a:xfrm>
            <a:off x="1" y="1236375"/>
            <a:ext cx="1240367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19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950245-5EC2-462E-8CA4-9FEB371A5FAE}"/>
              </a:ext>
            </a:extLst>
          </p:cNvPr>
          <p:cNvGrpSpPr/>
          <p:nvPr/>
        </p:nvGrpSpPr>
        <p:grpSpPr>
          <a:xfrm>
            <a:off x="711285" y="849259"/>
            <a:ext cx="11480716" cy="1002146"/>
            <a:chOff x="533463" y="849259"/>
            <a:chExt cx="8610537" cy="1002146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DF12075-E9E7-4D2F-89C3-6FD38F97472B}"/>
                </a:ext>
              </a:extLst>
            </p:cNvPr>
            <p:cNvSpPr txBox="1"/>
            <p:nvPr/>
          </p:nvSpPr>
          <p:spPr>
            <a:xfrm>
              <a:off x="7696200" y="1543628"/>
              <a:ext cx="1447800" cy="307777"/>
            </a:xfrm>
            <a:prstGeom prst="rect">
              <a:avLst/>
            </a:prstGeom>
            <a:solidFill>
              <a:schemeClr val="bg1">
                <a:lumMod val="85000"/>
                <a:alpha val="73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86B5E1CA-260A-4FE4-AAC2-61D5B88CD63B}"/>
                </a:ext>
              </a:extLst>
            </p:cNvPr>
            <p:cNvSpPr/>
            <p:nvPr/>
          </p:nvSpPr>
          <p:spPr>
            <a:xfrm rot="9756150">
              <a:off x="533463" y="849259"/>
              <a:ext cx="1076325" cy="9278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433" y="1244010"/>
            <a:ext cx="5181600" cy="4800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0A03714-762D-44FE-9F03-7BB8BC157093}"/>
              </a:ext>
            </a:extLst>
          </p:cNvPr>
          <p:cNvCxnSpPr>
            <a:cxnSpLocks/>
          </p:cNvCxnSpPr>
          <p:nvPr/>
        </p:nvCxnSpPr>
        <p:spPr>
          <a:xfrm>
            <a:off x="-12699" y="1684397"/>
            <a:ext cx="10274300" cy="1159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6">
            <a:extLst>
              <a:ext uri="{FF2B5EF4-FFF2-40B4-BE49-F238E27FC236}">
                <a16:creationId xmlns:a16="http://schemas.microsoft.com/office/drawing/2014/main" id="{0EBA2089-3C58-417E-AE0D-D9AEC53D05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261600" y="1555988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2018/xx/xx</a:t>
            </a:r>
            <a:endParaRPr lang="zh-TW" altLang="en-US" dirty="0"/>
          </a:p>
        </p:txBody>
      </p:sp>
      <p:pic>
        <p:nvPicPr>
          <p:cNvPr id="9" name="圖形 6">
            <a:extLst>
              <a:ext uri="{FF2B5EF4-FFF2-40B4-BE49-F238E27FC236}">
                <a16:creationId xmlns:a16="http://schemas.microsoft.com/office/drawing/2014/main" id="{8DC5CF17-185F-487A-8B8D-2031CAA5E5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609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-47184"/>
            <a:ext cx="2743200" cy="365125"/>
          </a:xfrm>
          <a:prstGeom prst="rect">
            <a:avLst/>
          </a:prstGeom>
        </p:spPr>
        <p:txBody>
          <a:bodyPr/>
          <a:lstStyle/>
          <a:p>
            <a:fld id="{83F5B54E-D686-4015-93F2-94C458F353E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4348FA-ED8A-491C-9290-9EE8EC7700FE}"/>
              </a:ext>
            </a:extLst>
          </p:cNvPr>
          <p:cNvSpPr txBox="1">
            <a:spLocks/>
          </p:cNvSpPr>
          <p:nvPr/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F5B54E-D686-4015-93F2-94C458F353E2}" type="slidenum">
              <a:rPr lang="zh-TW" altLang="en-US" sz="1200" smtClean="0"/>
              <a:pPr/>
              <a:t>‹#›</a:t>
            </a:fld>
            <a:endParaRPr lang="zh-TW" altLang="en-US" sz="120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F715FE4-1748-40AC-8827-F6683716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9" name="圖形 6">
            <a:extLst>
              <a:ext uri="{FF2B5EF4-FFF2-40B4-BE49-F238E27FC236}">
                <a16:creationId xmlns:a16="http://schemas.microsoft.com/office/drawing/2014/main" id="{D6C53828-0AEB-4C29-83A7-8D6DDC0BF8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21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9EB4F5-16AF-437E-96D3-7DF3A2DE8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B9C2854-41C9-4D6B-8D56-F7E02D8C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EEFC93-CBB8-4942-9BF1-D14C2BDDB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1AADBBD-67B3-4D66-88D3-11367A512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A8C0AF48-A29E-4015-814A-FDECC2E331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20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DA7EC-CA79-4C4F-899A-5CEBE526D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A2FAB0E-EA1D-45E4-A85C-5D52FF71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4" name="圖形 6">
            <a:extLst>
              <a:ext uri="{FF2B5EF4-FFF2-40B4-BE49-F238E27FC236}">
                <a16:creationId xmlns:a16="http://schemas.microsoft.com/office/drawing/2014/main" id="{2BDD1A88-D87F-4932-ADDA-5C9B654A75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858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E5F295-0A65-449A-8E65-F9B1D0844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3" name="圖形 6">
            <a:extLst>
              <a:ext uri="{FF2B5EF4-FFF2-40B4-BE49-F238E27FC236}">
                <a16:creationId xmlns:a16="http://schemas.microsoft.com/office/drawing/2014/main" id="{E674D72A-13D9-4756-A9ED-3E701BE9D7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9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5324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293BDCD-9BF2-4BB6-B17B-B816C0EB13D2}"/>
              </a:ext>
            </a:extLst>
          </p:cNvPr>
          <p:cNvSpPr txBox="1"/>
          <p:nvPr/>
        </p:nvSpPr>
        <p:spPr>
          <a:xfrm>
            <a:off x="0" y="4021584"/>
            <a:ext cx="12192000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60EE67-AB91-491B-A6B6-346E3029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FB4486E8-EFC0-46A1-AF7D-8A2F7A4F27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2019.xx.xx</a:t>
            </a: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B6F877-B313-4E1A-92D4-54E74136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1" name="圖形 11">
            <a:extLst>
              <a:ext uri="{FF2B5EF4-FFF2-40B4-BE49-F238E27FC236}">
                <a16:creationId xmlns:a16="http://schemas.microsoft.com/office/drawing/2014/main" id="{9A41A926-7479-4447-8D62-061D5C021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127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DF8A4F6-FBB9-48EB-B18B-45604C54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0D4968-EDA9-4855-BF79-E2676507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C0DA916-BEDC-43B9-B776-130ACD7E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E276D3E-81F2-4A21-AAF3-BBDB11586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6B24ADB8-C9DF-41EE-BE61-79EE6C1ED9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492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B553DF6-C355-4033-AE38-779C7379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1DEFF5B-181D-4A7C-A7AC-4E15DF8F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AFAB4DA-C1AB-48C9-ABEE-85FE8AC163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C9AAD78-A2C8-4E9F-8E20-8D45AD99D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FAD43334-E132-43E2-B4F0-C4FC973566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01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AFF5D310-19C4-4FCB-847A-AF0726887657}"/>
              </a:ext>
            </a:extLst>
          </p:cNvPr>
          <p:cNvSpPr txBox="1"/>
          <p:nvPr/>
        </p:nvSpPr>
        <p:spPr>
          <a:xfrm>
            <a:off x="-2" y="1290385"/>
            <a:ext cx="12192003" cy="246221"/>
          </a:xfrm>
          <a:prstGeom prst="rect">
            <a:avLst/>
          </a:prstGeom>
          <a:gradFill>
            <a:gsLst>
              <a:gs pos="7000">
                <a:srgbClr val="532476"/>
              </a:gs>
              <a:gs pos="99000">
                <a:srgbClr val="F5F9DF">
                  <a:lumMod val="100000"/>
                  <a:alpha val="33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CEF5CA1-0B62-4B53-8015-9FB355394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47582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629BB2-ED75-4C83-ABCE-1CC25849BE0A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</a:p>
          <a:p>
            <a:endParaRPr lang="zh-TW" alt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F13F4DD-0302-40EA-A0F0-B3587A029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8B0B80F-8285-46AE-BC84-8E02778221B0}"/>
              </a:ext>
            </a:extLst>
          </p:cNvPr>
          <p:cNvSpPr txBox="1"/>
          <p:nvPr/>
        </p:nvSpPr>
        <p:spPr>
          <a:xfrm>
            <a:off x="2758441" y="6006718"/>
            <a:ext cx="6675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</a:t>
            </a:r>
          </a:p>
          <a:p>
            <a:pPr algn="ctr"/>
            <a:r>
              <a:rPr lang="en-US" altLang="zh-TW" sz="1600" dirty="0">
                <a:solidFill>
                  <a:srgbClr val="552677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pic>
        <p:nvPicPr>
          <p:cNvPr id="9" name="圖形 7">
            <a:extLst>
              <a:ext uri="{FF2B5EF4-FFF2-40B4-BE49-F238E27FC236}">
                <a16:creationId xmlns:a16="http://schemas.microsoft.com/office/drawing/2014/main" id="{DD708447-D1FD-42D7-9126-A48ECA5A754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355E66F-6A9E-9DCE-14B0-69B5D4CDA3E4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7354"/>
            <a:ext cx="10515600" cy="501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BEFD8CD-4535-4460-8736-6F1517D2594B}"/>
              </a:ext>
            </a:extLst>
          </p:cNvPr>
          <p:cNvGrpSpPr/>
          <p:nvPr/>
        </p:nvGrpSpPr>
        <p:grpSpPr>
          <a:xfrm>
            <a:off x="0" y="6064682"/>
            <a:ext cx="11326155" cy="656795"/>
            <a:chOff x="-324196" y="4603171"/>
            <a:chExt cx="8494616" cy="656795"/>
          </a:xfrm>
        </p:grpSpPr>
        <p:pic>
          <p:nvPicPr>
            <p:cNvPr id="7" name="圖形 6">
              <a:extLst>
                <a:ext uri="{FF2B5EF4-FFF2-40B4-BE49-F238E27FC236}">
                  <a16:creationId xmlns:a16="http://schemas.microsoft.com/office/drawing/2014/main" id="{698F6DAA-8866-487B-93BB-FEDE2A6C6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2910" y="4603171"/>
              <a:ext cx="707510" cy="401670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366D06A-7C23-4B14-95BA-F4CCB0523813}"/>
                </a:ext>
              </a:extLst>
            </p:cNvPr>
            <p:cNvSpPr txBox="1"/>
            <p:nvPr/>
          </p:nvSpPr>
          <p:spPr>
            <a:xfrm>
              <a:off x="-324196" y="4838642"/>
              <a:ext cx="7161291" cy="246221"/>
            </a:xfrm>
            <a:prstGeom prst="rect">
              <a:avLst/>
            </a:prstGeom>
            <a:gradFill>
              <a:gsLst>
                <a:gs pos="0">
                  <a:srgbClr val="E27026"/>
                </a:gs>
                <a:gs pos="99000">
                  <a:srgbClr val="F6D4BE">
                    <a:alpha val="64000"/>
                  </a:srgbClr>
                </a:gs>
              </a:gsLst>
              <a:lin ang="0" scaled="1"/>
            </a:gradFill>
          </p:spPr>
          <p:txBody>
            <a:bodyPr wrap="square" rtlCol="0">
              <a:spAutoFit/>
            </a:bodyPr>
            <a:lstStyle/>
            <a:p>
              <a:endParaRPr lang="zh-TW" altLang="en-US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4361992-A2EE-47AE-817E-7F82B6D40FF1}"/>
                </a:ext>
              </a:extLst>
            </p:cNvPr>
            <p:cNvSpPr txBox="1"/>
            <p:nvPr/>
          </p:nvSpPr>
          <p:spPr>
            <a:xfrm>
              <a:off x="-323665" y="4813690"/>
              <a:ext cx="4037845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圓方結構</a:t>
              </a:r>
              <a:r>
                <a:rPr lang="zh-TW" altLang="en-US" sz="9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工程顧問有限公司</a:t>
              </a:r>
            </a:p>
            <a:p>
              <a:endParaRPr lang="zh-TW" altLang="en-US" sz="900" dirty="0"/>
            </a:p>
          </p:txBody>
        </p:sp>
      </p:grpSp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627DFC4F-6EF0-4C0D-A758-80F8BBFD5B17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423477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2712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8D32D6F-D684-8886-6F9D-8C21ACB9B28A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329A3E-B3A9-463D-827A-55072D6C89E8}"/>
              </a:ext>
            </a:extLst>
          </p:cNvPr>
          <p:cNvSpPr/>
          <p:nvPr/>
        </p:nvSpPr>
        <p:spPr>
          <a:xfrm>
            <a:off x="1" y="6296286"/>
            <a:ext cx="9548388" cy="246221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1753"/>
            <a:ext cx="10515600" cy="600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8753"/>
            <a:ext cx="10515600" cy="4991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61992-A2EE-47AE-817E-7F82B6D40FF1}"/>
              </a:ext>
            </a:extLst>
          </p:cNvPr>
          <p:cNvSpPr txBox="1"/>
          <p:nvPr/>
        </p:nvSpPr>
        <p:spPr>
          <a:xfrm>
            <a:off x="709" y="6275201"/>
            <a:ext cx="53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  <a:endParaRPr lang="zh-TW" altLang="en-US" sz="900" dirty="0"/>
          </a:p>
        </p:txBody>
      </p:sp>
      <p:sp>
        <p:nvSpPr>
          <p:cNvPr id="14" name="平行四邊形 13">
            <a:extLst>
              <a:ext uri="{FF2B5EF4-FFF2-40B4-BE49-F238E27FC236}">
                <a16:creationId xmlns:a16="http://schemas.microsoft.com/office/drawing/2014/main" id="{56601F3C-7BDC-4E2A-8DD3-65036309AA42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BBCE2F3-9C2E-4264-8F1F-C40EECDC7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3" name="圖形 6">
            <a:extLst>
              <a:ext uri="{FF2B5EF4-FFF2-40B4-BE49-F238E27FC236}">
                <a16:creationId xmlns:a16="http://schemas.microsoft.com/office/drawing/2014/main" id="{41CEFA9C-983F-4DE1-9FCD-022AEFB17DE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7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1B05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6B12262-2F09-B7FF-3954-0BC4B0BDA060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5298983-4F30-41EF-8090-A13E2AC9D6EA}"/>
              </a:ext>
            </a:extLst>
          </p:cNvPr>
          <p:cNvSpPr txBox="1"/>
          <p:nvPr/>
        </p:nvSpPr>
        <p:spPr>
          <a:xfrm>
            <a:off x="-1" y="6306502"/>
            <a:ext cx="9548388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4240"/>
            <a:ext cx="10515600" cy="5021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61992-A2EE-47AE-817E-7F82B6D40FF1}"/>
              </a:ext>
            </a:extLst>
          </p:cNvPr>
          <p:cNvSpPr txBox="1"/>
          <p:nvPr/>
        </p:nvSpPr>
        <p:spPr>
          <a:xfrm>
            <a:off x="709" y="6275201"/>
            <a:ext cx="53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  <a:endParaRPr lang="zh-TW" altLang="en-US" sz="900" dirty="0"/>
          </a:p>
        </p:txBody>
      </p:sp>
      <p:sp>
        <p:nvSpPr>
          <p:cNvPr id="14" name="平行四邊形 13">
            <a:extLst>
              <a:ext uri="{FF2B5EF4-FFF2-40B4-BE49-F238E27FC236}">
                <a16:creationId xmlns:a16="http://schemas.microsoft.com/office/drawing/2014/main" id="{56601F3C-7BDC-4E2A-8DD3-65036309AA42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6927C8-E459-49B8-9FCC-2D500339A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497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47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icrosoft JhengHei"/>
              </a:defRPr>
            </a:pPr>
            <a:r>
              <a:rPr dirty="0">
                <a:solidFill>
                  <a:srgbClr val="000000"/>
                </a:solidFill>
              </a:rPr>
              <a:t>用 AI Agent </a:t>
            </a:r>
            <a:r>
              <a:rPr dirty="0" err="1">
                <a:solidFill>
                  <a:srgbClr val="000000"/>
                </a:solidFill>
              </a:rPr>
              <a:t>打造智能工作流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從概念到落地——分層架構的力量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47695" cy="3657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2026 | Structural AI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67D3FA1D-F13C-5EF4-6535-59A32D53EA35}"/>
              </a:ext>
            </a:extLst>
          </p:cNvPr>
          <p:cNvSpPr/>
          <p:nvPr/>
        </p:nvSpPr>
        <p:spPr>
          <a:xfrm>
            <a:off x="-544068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BD5CEA2-DD6E-7DCA-BF69-4F6D8C756D76}"/>
              </a:ext>
            </a:extLst>
          </p:cNvPr>
          <p:cNvSpPr txBox="1"/>
          <p:nvPr/>
        </p:nvSpPr>
        <p:spPr>
          <a:xfrm>
            <a:off x="-534924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F9FD29B-9787-7691-E435-AC84BD8948DD}"/>
              </a:ext>
            </a:extLst>
          </p:cNvPr>
          <p:cNvSpPr txBox="1"/>
          <p:nvPr/>
        </p:nvSpPr>
        <p:spPr>
          <a:xfrm>
            <a:off x="-534924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017CBA1-3290-057A-C995-41C86B15EFF5}"/>
              </a:ext>
            </a:extLst>
          </p:cNvPr>
          <p:cNvSpPr txBox="1"/>
          <p:nvPr/>
        </p:nvSpPr>
        <p:spPr>
          <a:xfrm>
            <a:off x="-5166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F3B30CD3-B935-3542-DAAA-3A32BAEECCB5}"/>
              </a:ext>
            </a:extLst>
          </p:cNvPr>
          <p:cNvSpPr txBox="1"/>
          <p:nvPr/>
        </p:nvSpPr>
        <p:spPr>
          <a:xfrm>
            <a:off x="-333756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4C3971F-7238-5472-E9BF-703442B8C643}"/>
              </a:ext>
            </a:extLst>
          </p:cNvPr>
          <p:cNvSpPr txBox="1"/>
          <p:nvPr/>
        </p:nvSpPr>
        <p:spPr>
          <a:xfrm>
            <a:off x="-5166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77CBCF24-0254-D81D-16D7-98E340C60FF9}"/>
              </a:ext>
            </a:extLst>
          </p:cNvPr>
          <p:cNvSpPr txBox="1"/>
          <p:nvPr/>
        </p:nvSpPr>
        <p:spPr>
          <a:xfrm>
            <a:off x="-333756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89451B51-8242-A3D4-F90D-09D151D02CE9}"/>
              </a:ext>
            </a:extLst>
          </p:cNvPr>
          <p:cNvSpPr txBox="1"/>
          <p:nvPr/>
        </p:nvSpPr>
        <p:spPr>
          <a:xfrm>
            <a:off x="-516636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8853FF8-351D-9E4A-BB10-603285AD989D}"/>
              </a:ext>
            </a:extLst>
          </p:cNvPr>
          <p:cNvSpPr txBox="1"/>
          <p:nvPr/>
        </p:nvSpPr>
        <p:spPr>
          <a:xfrm>
            <a:off x="-333756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C950697F-AB7E-4E7D-F28A-930F821B53B1}"/>
              </a:ext>
            </a:extLst>
          </p:cNvPr>
          <p:cNvSpPr txBox="1"/>
          <p:nvPr/>
        </p:nvSpPr>
        <p:spPr>
          <a:xfrm>
            <a:off x="-5166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9C735E3-F0D9-AEC2-D689-F62063BA6B3F}"/>
              </a:ext>
            </a:extLst>
          </p:cNvPr>
          <p:cNvSpPr txBox="1"/>
          <p:nvPr/>
        </p:nvSpPr>
        <p:spPr>
          <a:xfrm>
            <a:off x="-333756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19" name="Right Arrow 16">
            <a:extLst>
              <a:ext uri="{FF2B5EF4-FFF2-40B4-BE49-F238E27FC236}">
                <a16:creationId xmlns:a16="http://schemas.microsoft.com/office/drawing/2014/main" id="{F707EDD0-F7B8-0E3A-C17C-AEEB0405C14A}"/>
              </a:ext>
            </a:extLst>
          </p:cNvPr>
          <p:cNvSpPr/>
          <p:nvPr/>
        </p:nvSpPr>
        <p:spPr>
          <a:xfrm>
            <a:off x="5852160" y="8247888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A5EFE943-9232-798E-0A8D-7924A16BDC1B}"/>
              </a:ext>
            </a:extLst>
          </p:cNvPr>
          <p:cNvSpPr txBox="1"/>
          <p:nvPr/>
        </p:nvSpPr>
        <p:spPr>
          <a:xfrm>
            <a:off x="5669280" y="7607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F619EDDB-7017-CAF4-10FC-EE14BEF30903}"/>
              </a:ext>
            </a:extLst>
          </p:cNvPr>
          <p:cNvSpPr/>
          <p:nvPr/>
        </p:nvSpPr>
        <p:spPr>
          <a:xfrm>
            <a:off x="12603175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72AAED3-DC65-36E4-7EB5-5F0831B9FB29}"/>
              </a:ext>
            </a:extLst>
          </p:cNvPr>
          <p:cNvSpPr txBox="1"/>
          <p:nvPr/>
        </p:nvSpPr>
        <p:spPr>
          <a:xfrm>
            <a:off x="12694615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6D97AF14-9DF6-6A86-3DC6-39F948A24ECB}"/>
              </a:ext>
            </a:extLst>
          </p:cNvPr>
          <p:cNvSpPr txBox="1"/>
          <p:nvPr/>
        </p:nvSpPr>
        <p:spPr>
          <a:xfrm>
            <a:off x="12694615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027DFE47-4504-D416-B778-52B7FEC268A4}"/>
              </a:ext>
            </a:extLst>
          </p:cNvPr>
          <p:cNvSpPr txBox="1"/>
          <p:nvPr/>
        </p:nvSpPr>
        <p:spPr>
          <a:xfrm>
            <a:off x="12786055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BEEF4CE3-F4C6-F460-6705-39EAE3351F88}"/>
              </a:ext>
            </a:extLst>
          </p:cNvPr>
          <p:cNvSpPr txBox="1"/>
          <p:nvPr/>
        </p:nvSpPr>
        <p:spPr>
          <a:xfrm>
            <a:off x="14614855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65FF2B25-97E2-E0E2-9636-BC23FEC56087}"/>
              </a:ext>
            </a:extLst>
          </p:cNvPr>
          <p:cNvSpPr txBox="1"/>
          <p:nvPr/>
        </p:nvSpPr>
        <p:spPr>
          <a:xfrm>
            <a:off x="12786055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2718343C-D79D-C209-575E-92A03AF5A946}"/>
              </a:ext>
            </a:extLst>
          </p:cNvPr>
          <p:cNvSpPr txBox="1"/>
          <p:nvPr/>
        </p:nvSpPr>
        <p:spPr>
          <a:xfrm>
            <a:off x="14614855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50A93C95-498C-A9D5-9125-7B96FFBAC5B8}"/>
              </a:ext>
            </a:extLst>
          </p:cNvPr>
          <p:cNvSpPr txBox="1"/>
          <p:nvPr/>
        </p:nvSpPr>
        <p:spPr>
          <a:xfrm>
            <a:off x="12786055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FF5703C6-CFBF-9A82-6029-648E2C6751A3}"/>
              </a:ext>
            </a:extLst>
          </p:cNvPr>
          <p:cNvSpPr txBox="1"/>
          <p:nvPr/>
        </p:nvSpPr>
        <p:spPr>
          <a:xfrm>
            <a:off x="14614855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7E7985BB-FC9D-CB31-D6B0-9C3646A76818}"/>
              </a:ext>
            </a:extLst>
          </p:cNvPr>
          <p:cNvSpPr txBox="1"/>
          <p:nvPr/>
        </p:nvSpPr>
        <p:spPr>
          <a:xfrm>
            <a:off x="12786055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F43C4B66-B7AF-DFFA-12CF-864F0C8FF689}"/>
              </a:ext>
            </a:extLst>
          </p:cNvPr>
          <p:cNvSpPr txBox="1"/>
          <p:nvPr/>
        </p:nvSpPr>
        <p:spPr>
          <a:xfrm>
            <a:off x="14614855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</p:spTree>
    <p:extLst>
      <p:ext uri="{BB962C8B-B14F-4D97-AF65-F5344CB8AC3E}">
        <p14:creationId xmlns:p14="http://schemas.microsoft.com/office/powerpoint/2010/main" val="272265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從 ChatBot 到 Agent — AI 的進化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43145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52160" y="3200400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463040"/>
            <a:ext cx="5029200" cy="43145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6751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B299F3FF-2459-808C-6B00-0E35C56B1EE1}"/>
              </a:ext>
            </a:extLst>
          </p:cNvPr>
          <p:cNvSpPr/>
          <p:nvPr/>
        </p:nvSpPr>
        <p:spPr>
          <a:xfrm>
            <a:off x="1066190" y="11218239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CC582E6D-A693-D8F2-C4BB-C206DFA6D60F}"/>
              </a:ext>
            </a:extLst>
          </p:cNvPr>
          <p:cNvSpPr txBox="1"/>
          <p:nvPr/>
        </p:nvSpPr>
        <p:spPr>
          <a:xfrm>
            <a:off x="1226210" y="11355399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6576502E-F6E0-3CA5-7EC1-24F012179AA0}"/>
              </a:ext>
            </a:extLst>
          </p:cNvPr>
          <p:cNvSpPr txBox="1"/>
          <p:nvPr/>
        </p:nvSpPr>
        <p:spPr>
          <a:xfrm>
            <a:off x="6900062" y="11263959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377AF991-1A91-59E3-B5B4-53ECE5DD7135}"/>
              </a:ext>
            </a:extLst>
          </p:cNvPr>
          <p:cNvSpPr/>
          <p:nvPr/>
        </p:nvSpPr>
        <p:spPr>
          <a:xfrm>
            <a:off x="1751990" y="10413567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D999630F-CCC2-51F4-4C3D-2F6776AF0FF5}"/>
              </a:ext>
            </a:extLst>
          </p:cNvPr>
          <p:cNvSpPr txBox="1"/>
          <p:nvPr/>
        </p:nvSpPr>
        <p:spPr>
          <a:xfrm>
            <a:off x="2003450" y="10574676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5833A3B7-DD60-24B5-AB59-22ED371A16E1}"/>
              </a:ext>
            </a:extLst>
          </p:cNvPr>
          <p:cNvSpPr txBox="1"/>
          <p:nvPr/>
        </p:nvSpPr>
        <p:spPr>
          <a:xfrm>
            <a:off x="6790334" y="10459287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8608A685-1F73-CA21-BE08-592FF77FBD52}"/>
              </a:ext>
            </a:extLst>
          </p:cNvPr>
          <p:cNvSpPr/>
          <p:nvPr/>
        </p:nvSpPr>
        <p:spPr>
          <a:xfrm>
            <a:off x="2437790" y="9608895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68C6DF56-3F4A-0458-31ED-645184F18CD4}"/>
              </a:ext>
            </a:extLst>
          </p:cNvPr>
          <p:cNvSpPr txBox="1"/>
          <p:nvPr/>
        </p:nvSpPr>
        <p:spPr>
          <a:xfrm>
            <a:off x="2620670" y="9791775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5426DA8D-254E-07D5-C01C-1AEF595058CE}"/>
              </a:ext>
            </a:extLst>
          </p:cNvPr>
          <p:cNvSpPr txBox="1"/>
          <p:nvPr/>
        </p:nvSpPr>
        <p:spPr>
          <a:xfrm>
            <a:off x="6680606" y="965461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F32B44F2-07ED-3DAA-986F-90767B720716}"/>
              </a:ext>
            </a:extLst>
          </p:cNvPr>
          <p:cNvSpPr/>
          <p:nvPr/>
        </p:nvSpPr>
        <p:spPr>
          <a:xfrm>
            <a:off x="3123590" y="8804223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1CFE8CE6-FF85-FB14-E218-6BE494B59D6E}"/>
              </a:ext>
            </a:extLst>
          </p:cNvPr>
          <p:cNvSpPr txBox="1"/>
          <p:nvPr/>
        </p:nvSpPr>
        <p:spPr>
          <a:xfrm>
            <a:off x="3301898" y="8949076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448E3DB4-4BDE-2C0C-1BB2-B83DA20952F2}"/>
              </a:ext>
            </a:extLst>
          </p:cNvPr>
          <p:cNvSpPr txBox="1"/>
          <p:nvPr/>
        </p:nvSpPr>
        <p:spPr>
          <a:xfrm>
            <a:off x="6570878" y="8849943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07D947FE-0F73-6272-D12D-7670DE7AB173}"/>
              </a:ext>
            </a:extLst>
          </p:cNvPr>
          <p:cNvSpPr/>
          <p:nvPr/>
        </p:nvSpPr>
        <p:spPr>
          <a:xfrm>
            <a:off x="3809390" y="7999550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32EAD219-8BED-4299-D0A0-A5EB28EDC065}"/>
              </a:ext>
            </a:extLst>
          </p:cNvPr>
          <p:cNvSpPr txBox="1"/>
          <p:nvPr/>
        </p:nvSpPr>
        <p:spPr>
          <a:xfrm>
            <a:off x="3992270" y="804527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72750A06-BDB9-5CEA-E982-F3EC76E3DF2D}"/>
              </a:ext>
            </a:extLst>
          </p:cNvPr>
          <p:cNvSpPr txBox="1"/>
          <p:nvPr/>
        </p:nvSpPr>
        <p:spPr>
          <a:xfrm>
            <a:off x="6461150" y="804527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844720A3-B46C-0AA3-C635-4AF1047FF086}"/>
              </a:ext>
            </a:extLst>
          </p:cNvPr>
          <p:cNvSpPr/>
          <p:nvPr/>
        </p:nvSpPr>
        <p:spPr>
          <a:xfrm>
            <a:off x="4495190" y="7194878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976EBFE8-5FC9-174D-F144-0E24621D0A31}"/>
              </a:ext>
            </a:extLst>
          </p:cNvPr>
          <p:cNvSpPr txBox="1"/>
          <p:nvPr/>
        </p:nvSpPr>
        <p:spPr>
          <a:xfrm>
            <a:off x="4678070" y="7240598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E7FCE39D-EA6F-7878-179F-5B179EED23E1}"/>
              </a:ext>
            </a:extLst>
          </p:cNvPr>
          <p:cNvSpPr txBox="1"/>
          <p:nvPr/>
        </p:nvSpPr>
        <p:spPr>
          <a:xfrm>
            <a:off x="6351422" y="7240598"/>
            <a:ext cx="128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4E962EA0-AFCE-731F-4718-8011D7C20C3C}"/>
              </a:ext>
            </a:extLst>
          </p:cNvPr>
          <p:cNvSpPr txBox="1"/>
          <p:nvPr/>
        </p:nvSpPr>
        <p:spPr>
          <a:xfrm>
            <a:off x="791870" y="1212175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</p:spTree>
    <p:extLst>
      <p:ext uri="{BB962C8B-B14F-4D97-AF65-F5344CB8AC3E}">
        <p14:creationId xmlns:p14="http://schemas.microsoft.com/office/powerpoint/2010/main" val="186502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六層架構</a:t>
            </a:r>
            <a:r>
              <a:rPr dirty="0">
                <a:solidFill>
                  <a:srgbClr val="000000"/>
                </a:solidFill>
              </a:rPr>
              <a:t> — </a:t>
            </a:r>
            <a:r>
              <a:rPr dirty="0" err="1">
                <a:solidFill>
                  <a:srgbClr val="000000"/>
                </a:solidFill>
              </a:rPr>
              <a:t>從知識到執行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190" y="5413248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6210" y="5550408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0062" y="545896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1990" y="4608576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03450" y="4769685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0334" y="465429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7790" y="3803904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620670" y="3986784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80606" y="384962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3590" y="2999232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1898" y="3144085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0878" y="30449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9390" y="2194559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92270" y="224027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150" y="2240279"/>
            <a:ext cx="18288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5190" y="1389887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8070" y="1435607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422" y="1435607"/>
            <a:ext cx="128016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11007" y="1249958"/>
            <a:ext cx="3642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296C3727-7C08-3D9A-CAB3-07905E54FD42}"/>
              </a:ext>
            </a:extLst>
          </p:cNvPr>
          <p:cNvSpPr txBox="1"/>
          <p:nvPr/>
        </p:nvSpPr>
        <p:spPr>
          <a:xfrm>
            <a:off x="731520" y="7852955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6370F910-9345-3AAF-FF75-200FB1C657E2}"/>
              </a:ext>
            </a:extLst>
          </p:cNvPr>
          <p:cNvSpPr/>
          <p:nvPr/>
        </p:nvSpPr>
        <p:spPr>
          <a:xfrm>
            <a:off x="731520" y="89502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A85273CF-043B-6B9A-28BE-6CA7F7CB3068}"/>
              </a:ext>
            </a:extLst>
          </p:cNvPr>
          <p:cNvSpPr txBox="1"/>
          <p:nvPr/>
        </p:nvSpPr>
        <p:spPr>
          <a:xfrm>
            <a:off x="822960" y="89959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B2E9454E-0F47-027D-3407-3A53FD57FB84}"/>
              </a:ext>
            </a:extLst>
          </p:cNvPr>
          <p:cNvSpPr txBox="1"/>
          <p:nvPr/>
        </p:nvSpPr>
        <p:spPr>
          <a:xfrm>
            <a:off x="1463040" y="89959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F4D951F6-9B12-9024-A2EE-6F23E59E1B92}"/>
              </a:ext>
            </a:extLst>
          </p:cNvPr>
          <p:cNvSpPr txBox="1"/>
          <p:nvPr/>
        </p:nvSpPr>
        <p:spPr>
          <a:xfrm>
            <a:off x="1463040" y="93342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9737D788-F788-1E0D-4D5F-AF7E058A65EA}"/>
              </a:ext>
            </a:extLst>
          </p:cNvPr>
          <p:cNvSpPr/>
          <p:nvPr/>
        </p:nvSpPr>
        <p:spPr>
          <a:xfrm>
            <a:off x="731520" y="98646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D1156583-3C1E-1B25-E318-D6C221E65C95}"/>
              </a:ext>
            </a:extLst>
          </p:cNvPr>
          <p:cNvSpPr txBox="1"/>
          <p:nvPr/>
        </p:nvSpPr>
        <p:spPr>
          <a:xfrm>
            <a:off x="822960" y="99103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C754C69F-CC3A-50CA-6AB3-36B11B245902}"/>
              </a:ext>
            </a:extLst>
          </p:cNvPr>
          <p:cNvSpPr txBox="1"/>
          <p:nvPr/>
        </p:nvSpPr>
        <p:spPr>
          <a:xfrm>
            <a:off x="1463040" y="99103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673BD466-D73E-2B25-1C30-EA6499B4725F}"/>
              </a:ext>
            </a:extLst>
          </p:cNvPr>
          <p:cNvSpPr txBox="1"/>
          <p:nvPr/>
        </p:nvSpPr>
        <p:spPr>
          <a:xfrm>
            <a:off x="1463040" y="102486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73F0C1D0-5167-7908-C6A6-7502B8D46848}"/>
              </a:ext>
            </a:extLst>
          </p:cNvPr>
          <p:cNvSpPr/>
          <p:nvPr/>
        </p:nvSpPr>
        <p:spPr>
          <a:xfrm>
            <a:off x="731520" y="107790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FA9566C4-3069-9A29-7581-B1FDA2CE7392}"/>
              </a:ext>
            </a:extLst>
          </p:cNvPr>
          <p:cNvSpPr txBox="1"/>
          <p:nvPr/>
        </p:nvSpPr>
        <p:spPr>
          <a:xfrm>
            <a:off x="822960" y="108247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3DF4890E-D2D2-266C-681D-32343FCEA417}"/>
              </a:ext>
            </a:extLst>
          </p:cNvPr>
          <p:cNvSpPr txBox="1"/>
          <p:nvPr/>
        </p:nvSpPr>
        <p:spPr>
          <a:xfrm>
            <a:off x="1463040" y="108247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627727B9-45E1-6D0F-3AAC-1C79FE0D20A0}"/>
              </a:ext>
            </a:extLst>
          </p:cNvPr>
          <p:cNvSpPr txBox="1"/>
          <p:nvPr/>
        </p:nvSpPr>
        <p:spPr>
          <a:xfrm>
            <a:off x="1463040" y="111630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50442D47-C562-0B87-7911-115AEE64BF6A}"/>
              </a:ext>
            </a:extLst>
          </p:cNvPr>
          <p:cNvSpPr/>
          <p:nvPr/>
        </p:nvSpPr>
        <p:spPr>
          <a:xfrm>
            <a:off x="731520" y="116934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A67AE5E2-C673-E59E-0257-8B82D2A42A35}"/>
              </a:ext>
            </a:extLst>
          </p:cNvPr>
          <p:cNvSpPr txBox="1"/>
          <p:nvPr/>
        </p:nvSpPr>
        <p:spPr>
          <a:xfrm>
            <a:off x="822960" y="117391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76AE6709-E9A1-08A9-301A-65729DFEED3D}"/>
              </a:ext>
            </a:extLst>
          </p:cNvPr>
          <p:cNvSpPr txBox="1"/>
          <p:nvPr/>
        </p:nvSpPr>
        <p:spPr>
          <a:xfrm>
            <a:off x="1463040" y="117391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E5C11A05-1EED-AF47-8A7E-6DB612910369}"/>
              </a:ext>
            </a:extLst>
          </p:cNvPr>
          <p:cNvSpPr txBox="1"/>
          <p:nvPr/>
        </p:nvSpPr>
        <p:spPr>
          <a:xfrm>
            <a:off x="1463040" y="120774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42" name="Rounded Rectangle 24">
            <a:extLst>
              <a:ext uri="{FF2B5EF4-FFF2-40B4-BE49-F238E27FC236}">
                <a16:creationId xmlns:a16="http://schemas.microsoft.com/office/drawing/2014/main" id="{06607791-D057-77A6-CD14-598CA9ED5891}"/>
              </a:ext>
            </a:extLst>
          </p:cNvPr>
          <p:cNvSpPr/>
          <p:nvPr/>
        </p:nvSpPr>
        <p:spPr>
          <a:xfrm>
            <a:off x="6400800" y="7670075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5">
            <a:extLst>
              <a:ext uri="{FF2B5EF4-FFF2-40B4-BE49-F238E27FC236}">
                <a16:creationId xmlns:a16="http://schemas.microsoft.com/office/drawing/2014/main" id="{AD1355FD-9E85-2528-9809-2003BF34E56F}"/>
              </a:ext>
            </a:extLst>
          </p:cNvPr>
          <p:cNvSpPr txBox="1"/>
          <p:nvPr/>
        </p:nvSpPr>
        <p:spPr>
          <a:xfrm>
            <a:off x="6583680" y="7852955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44" name="Rounded Rectangle 26">
            <a:extLst>
              <a:ext uri="{FF2B5EF4-FFF2-40B4-BE49-F238E27FC236}">
                <a16:creationId xmlns:a16="http://schemas.microsoft.com/office/drawing/2014/main" id="{F7472B5B-2079-F24D-E379-41C5FAC8AEAD}"/>
              </a:ext>
            </a:extLst>
          </p:cNvPr>
          <p:cNvSpPr/>
          <p:nvPr/>
        </p:nvSpPr>
        <p:spPr>
          <a:xfrm>
            <a:off x="6858000" y="8584475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5849366D-5CE3-DA5A-471B-639FF4C1C593}"/>
              </a:ext>
            </a:extLst>
          </p:cNvPr>
          <p:cNvSpPr txBox="1"/>
          <p:nvPr/>
        </p:nvSpPr>
        <p:spPr>
          <a:xfrm>
            <a:off x="7040880" y="8767355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E8337A17-75C4-DEE4-CB91-0E9A888E6410}"/>
              </a:ext>
            </a:extLst>
          </p:cNvPr>
          <p:cNvSpPr txBox="1"/>
          <p:nvPr/>
        </p:nvSpPr>
        <p:spPr>
          <a:xfrm>
            <a:off x="6583680" y="126992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BAC6FE7F-A2CD-9C3C-E951-F6EC836BC58C}"/>
              </a:ext>
            </a:extLst>
          </p:cNvPr>
          <p:cNvSpPr/>
          <p:nvPr/>
        </p:nvSpPr>
        <p:spPr>
          <a:xfrm>
            <a:off x="-544068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6">
            <a:extLst>
              <a:ext uri="{FF2B5EF4-FFF2-40B4-BE49-F238E27FC236}">
                <a16:creationId xmlns:a16="http://schemas.microsoft.com/office/drawing/2014/main" id="{E81E6F01-24F4-8632-A8EF-A10E54542EDF}"/>
              </a:ext>
            </a:extLst>
          </p:cNvPr>
          <p:cNvSpPr txBox="1"/>
          <p:nvPr/>
        </p:nvSpPr>
        <p:spPr>
          <a:xfrm>
            <a:off x="-534924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73" name="TextBox 7">
            <a:extLst>
              <a:ext uri="{FF2B5EF4-FFF2-40B4-BE49-F238E27FC236}">
                <a16:creationId xmlns:a16="http://schemas.microsoft.com/office/drawing/2014/main" id="{ACDB2CC8-F82B-25E2-9A14-0D120B086735}"/>
              </a:ext>
            </a:extLst>
          </p:cNvPr>
          <p:cNvSpPr txBox="1"/>
          <p:nvPr/>
        </p:nvSpPr>
        <p:spPr>
          <a:xfrm>
            <a:off x="-534924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16880759-7886-C3A3-B305-2DFD058B331E}"/>
              </a:ext>
            </a:extLst>
          </p:cNvPr>
          <p:cNvSpPr txBox="1"/>
          <p:nvPr/>
        </p:nvSpPr>
        <p:spPr>
          <a:xfrm>
            <a:off x="-5166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75" name="TextBox 9">
            <a:extLst>
              <a:ext uri="{FF2B5EF4-FFF2-40B4-BE49-F238E27FC236}">
                <a16:creationId xmlns:a16="http://schemas.microsoft.com/office/drawing/2014/main" id="{0193EE34-2011-9124-18DA-82524C862C2A}"/>
              </a:ext>
            </a:extLst>
          </p:cNvPr>
          <p:cNvSpPr txBox="1"/>
          <p:nvPr/>
        </p:nvSpPr>
        <p:spPr>
          <a:xfrm>
            <a:off x="-333756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34C8040E-135A-1A96-FA72-488105926A18}"/>
              </a:ext>
            </a:extLst>
          </p:cNvPr>
          <p:cNvSpPr txBox="1"/>
          <p:nvPr/>
        </p:nvSpPr>
        <p:spPr>
          <a:xfrm>
            <a:off x="-5166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77" name="TextBox 11">
            <a:extLst>
              <a:ext uri="{FF2B5EF4-FFF2-40B4-BE49-F238E27FC236}">
                <a16:creationId xmlns:a16="http://schemas.microsoft.com/office/drawing/2014/main" id="{884F4B1F-5FE8-BDEC-D126-CBC1A315926E}"/>
              </a:ext>
            </a:extLst>
          </p:cNvPr>
          <p:cNvSpPr txBox="1"/>
          <p:nvPr/>
        </p:nvSpPr>
        <p:spPr>
          <a:xfrm>
            <a:off x="-333756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78" name="TextBox 12">
            <a:extLst>
              <a:ext uri="{FF2B5EF4-FFF2-40B4-BE49-F238E27FC236}">
                <a16:creationId xmlns:a16="http://schemas.microsoft.com/office/drawing/2014/main" id="{5A419A8E-E2D1-F4D3-6FBB-98C834879A49}"/>
              </a:ext>
            </a:extLst>
          </p:cNvPr>
          <p:cNvSpPr txBox="1"/>
          <p:nvPr/>
        </p:nvSpPr>
        <p:spPr>
          <a:xfrm>
            <a:off x="-516636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79" name="TextBox 13">
            <a:extLst>
              <a:ext uri="{FF2B5EF4-FFF2-40B4-BE49-F238E27FC236}">
                <a16:creationId xmlns:a16="http://schemas.microsoft.com/office/drawing/2014/main" id="{EDC224F7-E074-F498-DA5A-93BA75E44A77}"/>
              </a:ext>
            </a:extLst>
          </p:cNvPr>
          <p:cNvSpPr txBox="1"/>
          <p:nvPr/>
        </p:nvSpPr>
        <p:spPr>
          <a:xfrm>
            <a:off x="-333756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80" name="TextBox 14">
            <a:extLst>
              <a:ext uri="{FF2B5EF4-FFF2-40B4-BE49-F238E27FC236}">
                <a16:creationId xmlns:a16="http://schemas.microsoft.com/office/drawing/2014/main" id="{6482B197-550A-B7EB-B3F4-C20D84A69548}"/>
              </a:ext>
            </a:extLst>
          </p:cNvPr>
          <p:cNvSpPr txBox="1"/>
          <p:nvPr/>
        </p:nvSpPr>
        <p:spPr>
          <a:xfrm>
            <a:off x="-5166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7E7BE8B5-5556-99F0-1372-04A121282998}"/>
              </a:ext>
            </a:extLst>
          </p:cNvPr>
          <p:cNvSpPr txBox="1"/>
          <p:nvPr/>
        </p:nvSpPr>
        <p:spPr>
          <a:xfrm>
            <a:off x="-333756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82" name="Right Arrow 16">
            <a:extLst>
              <a:ext uri="{FF2B5EF4-FFF2-40B4-BE49-F238E27FC236}">
                <a16:creationId xmlns:a16="http://schemas.microsoft.com/office/drawing/2014/main" id="{D05CA043-C7DF-6DD7-03C5-F5B9DAF3761F}"/>
              </a:ext>
            </a:extLst>
          </p:cNvPr>
          <p:cNvSpPr/>
          <p:nvPr/>
        </p:nvSpPr>
        <p:spPr>
          <a:xfrm>
            <a:off x="5852160" y="8247888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17">
            <a:extLst>
              <a:ext uri="{FF2B5EF4-FFF2-40B4-BE49-F238E27FC236}">
                <a16:creationId xmlns:a16="http://schemas.microsoft.com/office/drawing/2014/main" id="{ACDD5055-6F95-4014-2E28-C23B14B044B7}"/>
              </a:ext>
            </a:extLst>
          </p:cNvPr>
          <p:cNvSpPr txBox="1"/>
          <p:nvPr/>
        </p:nvSpPr>
        <p:spPr>
          <a:xfrm>
            <a:off x="5669280" y="7607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84" name="Rounded Rectangle 18">
            <a:extLst>
              <a:ext uri="{FF2B5EF4-FFF2-40B4-BE49-F238E27FC236}">
                <a16:creationId xmlns:a16="http://schemas.microsoft.com/office/drawing/2014/main" id="{029DE480-542B-7B28-BE39-9A6EDC786410}"/>
              </a:ext>
            </a:extLst>
          </p:cNvPr>
          <p:cNvSpPr/>
          <p:nvPr/>
        </p:nvSpPr>
        <p:spPr>
          <a:xfrm>
            <a:off x="12603175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19">
            <a:extLst>
              <a:ext uri="{FF2B5EF4-FFF2-40B4-BE49-F238E27FC236}">
                <a16:creationId xmlns:a16="http://schemas.microsoft.com/office/drawing/2014/main" id="{ADA58A97-1E3A-875F-3EDA-E94908F07A97}"/>
              </a:ext>
            </a:extLst>
          </p:cNvPr>
          <p:cNvSpPr txBox="1"/>
          <p:nvPr/>
        </p:nvSpPr>
        <p:spPr>
          <a:xfrm>
            <a:off x="12694615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86" name="TextBox 20">
            <a:extLst>
              <a:ext uri="{FF2B5EF4-FFF2-40B4-BE49-F238E27FC236}">
                <a16:creationId xmlns:a16="http://schemas.microsoft.com/office/drawing/2014/main" id="{774DE5C4-1B75-F686-1AD8-26F7BDB95AE3}"/>
              </a:ext>
            </a:extLst>
          </p:cNvPr>
          <p:cNvSpPr txBox="1"/>
          <p:nvPr/>
        </p:nvSpPr>
        <p:spPr>
          <a:xfrm>
            <a:off x="12694615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319D54F8-5903-A4B9-4E76-56B07217923A}"/>
              </a:ext>
            </a:extLst>
          </p:cNvPr>
          <p:cNvSpPr txBox="1"/>
          <p:nvPr/>
        </p:nvSpPr>
        <p:spPr>
          <a:xfrm>
            <a:off x="12786055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72AE4841-E635-86E2-2517-50FC09C6D178}"/>
              </a:ext>
            </a:extLst>
          </p:cNvPr>
          <p:cNvSpPr txBox="1"/>
          <p:nvPr/>
        </p:nvSpPr>
        <p:spPr>
          <a:xfrm>
            <a:off x="14614855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89" name="TextBox 23">
            <a:extLst>
              <a:ext uri="{FF2B5EF4-FFF2-40B4-BE49-F238E27FC236}">
                <a16:creationId xmlns:a16="http://schemas.microsoft.com/office/drawing/2014/main" id="{90745C7F-9ACB-A5F5-BD1D-2F5BA0A4A77B}"/>
              </a:ext>
            </a:extLst>
          </p:cNvPr>
          <p:cNvSpPr txBox="1"/>
          <p:nvPr/>
        </p:nvSpPr>
        <p:spPr>
          <a:xfrm>
            <a:off x="12786055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90" name="TextBox 24">
            <a:extLst>
              <a:ext uri="{FF2B5EF4-FFF2-40B4-BE49-F238E27FC236}">
                <a16:creationId xmlns:a16="http://schemas.microsoft.com/office/drawing/2014/main" id="{ECD4BECC-3B6E-824F-DFED-66E2A87EA41A}"/>
              </a:ext>
            </a:extLst>
          </p:cNvPr>
          <p:cNvSpPr txBox="1"/>
          <p:nvPr/>
        </p:nvSpPr>
        <p:spPr>
          <a:xfrm>
            <a:off x="14614855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91" name="TextBox 25">
            <a:extLst>
              <a:ext uri="{FF2B5EF4-FFF2-40B4-BE49-F238E27FC236}">
                <a16:creationId xmlns:a16="http://schemas.microsoft.com/office/drawing/2014/main" id="{430533CE-04F1-A2C6-77CE-6F4895998266}"/>
              </a:ext>
            </a:extLst>
          </p:cNvPr>
          <p:cNvSpPr txBox="1"/>
          <p:nvPr/>
        </p:nvSpPr>
        <p:spPr>
          <a:xfrm>
            <a:off x="12786055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92" name="TextBox 26">
            <a:extLst>
              <a:ext uri="{FF2B5EF4-FFF2-40B4-BE49-F238E27FC236}">
                <a16:creationId xmlns:a16="http://schemas.microsoft.com/office/drawing/2014/main" id="{041BD188-48FF-5F26-01B3-176BF68B60C0}"/>
              </a:ext>
            </a:extLst>
          </p:cNvPr>
          <p:cNvSpPr txBox="1"/>
          <p:nvPr/>
        </p:nvSpPr>
        <p:spPr>
          <a:xfrm>
            <a:off x="14614855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93" name="TextBox 27">
            <a:extLst>
              <a:ext uri="{FF2B5EF4-FFF2-40B4-BE49-F238E27FC236}">
                <a16:creationId xmlns:a16="http://schemas.microsoft.com/office/drawing/2014/main" id="{F026D079-7C1B-8B4E-B783-08F61BA2857E}"/>
              </a:ext>
            </a:extLst>
          </p:cNvPr>
          <p:cNvSpPr txBox="1"/>
          <p:nvPr/>
        </p:nvSpPr>
        <p:spPr>
          <a:xfrm>
            <a:off x="12786055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94" name="TextBox 28">
            <a:extLst>
              <a:ext uri="{FF2B5EF4-FFF2-40B4-BE49-F238E27FC236}">
                <a16:creationId xmlns:a16="http://schemas.microsoft.com/office/drawing/2014/main" id="{2B6BA393-D36D-4F13-20D9-58DF9451F967}"/>
              </a:ext>
            </a:extLst>
          </p:cNvPr>
          <p:cNvSpPr txBox="1"/>
          <p:nvPr/>
        </p:nvSpPr>
        <p:spPr>
          <a:xfrm>
            <a:off x="14614855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</p:spTree>
    <p:extLst>
      <p:ext uri="{BB962C8B-B14F-4D97-AF65-F5344CB8AC3E}">
        <p14:creationId xmlns:p14="http://schemas.microsoft.com/office/powerpoint/2010/main" val="252050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層：AI 的工作手冊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0390" y="32004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039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280160"/>
            <a:ext cx="5303520" cy="42976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194560"/>
            <a:ext cx="4572000" cy="33732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8310" y="565926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17FCC381-8939-B6F1-36B3-2BB82133BED7}"/>
              </a:ext>
            </a:extLst>
          </p:cNvPr>
          <p:cNvSpPr/>
          <p:nvPr/>
        </p:nvSpPr>
        <p:spPr>
          <a:xfrm>
            <a:off x="1066190" y="-1507890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4014417E-E67A-90CA-BBCE-828A20AAE659}"/>
              </a:ext>
            </a:extLst>
          </p:cNvPr>
          <p:cNvSpPr txBox="1"/>
          <p:nvPr/>
        </p:nvSpPr>
        <p:spPr>
          <a:xfrm>
            <a:off x="1226210" y="-1370730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A048D75B-BEE9-1D7E-A4B9-0ABBD897FB46}"/>
              </a:ext>
            </a:extLst>
          </p:cNvPr>
          <p:cNvSpPr txBox="1"/>
          <p:nvPr/>
        </p:nvSpPr>
        <p:spPr>
          <a:xfrm>
            <a:off x="6900062" y="-146217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588AD9C-5A1E-1B80-2F3F-773A1E333F4B}"/>
              </a:ext>
            </a:extLst>
          </p:cNvPr>
          <p:cNvSpPr/>
          <p:nvPr/>
        </p:nvSpPr>
        <p:spPr>
          <a:xfrm>
            <a:off x="1751990" y="-2312562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603E13A7-3AE0-6E58-E3A8-45C7C3331A63}"/>
              </a:ext>
            </a:extLst>
          </p:cNvPr>
          <p:cNvSpPr txBox="1"/>
          <p:nvPr/>
        </p:nvSpPr>
        <p:spPr>
          <a:xfrm>
            <a:off x="2003450" y="-2151453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BC9D61F2-0A7D-C2A0-A72C-E376E48E2C58}"/>
              </a:ext>
            </a:extLst>
          </p:cNvPr>
          <p:cNvSpPr txBox="1"/>
          <p:nvPr/>
        </p:nvSpPr>
        <p:spPr>
          <a:xfrm>
            <a:off x="6790334" y="-226684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95EE1F48-D933-63AC-62F0-7025400C9E8F}"/>
              </a:ext>
            </a:extLst>
          </p:cNvPr>
          <p:cNvSpPr/>
          <p:nvPr/>
        </p:nvSpPr>
        <p:spPr>
          <a:xfrm>
            <a:off x="2437790" y="-3117234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BC899C9-AEB8-CCC9-E6FF-0A376F7C744B}"/>
              </a:ext>
            </a:extLst>
          </p:cNvPr>
          <p:cNvSpPr txBox="1"/>
          <p:nvPr/>
        </p:nvSpPr>
        <p:spPr>
          <a:xfrm>
            <a:off x="2620670" y="-2934354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472968F9-128E-86AA-56A5-9A50FC24CA57}"/>
              </a:ext>
            </a:extLst>
          </p:cNvPr>
          <p:cNvSpPr txBox="1"/>
          <p:nvPr/>
        </p:nvSpPr>
        <p:spPr>
          <a:xfrm>
            <a:off x="6680606" y="-3071515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F9C9178D-2B9F-AA10-6B93-67B5FA9D2D24}"/>
              </a:ext>
            </a:extLst>
          </p:cNvPr>
          <p:cNvSpPr/>
          <p:nvPr/>
        </p:nvSpPr>
        <p:spPr>
          <a:xfrm>
            <a:off x="3123590" y="-3921906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68C771A6-BB15-B95F-0256-6DBD13EA4B4F}"/>
              </a:ext>
            </a:extLst>
          </p:cNvPr>
          <p:cNvSpPr txBox="1"/>
          <p:nvPr/>
        </p:nvSpPr>
        <p:spPr>
          <a:xfrm>
            <a:off x="3301898" y="-3777053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BDBC1153-DB5D-AD42-D2D7-EB908800C69D}"/>
              </a:ext>
            </a:extLst>
          </p:cNvPr>
          <p:cNvSpPr txBox="1"/>
          <p:nvPr/>
        </p:nvSpPr>
        <p:spPr>
          <a:xfrm>
            <a:off x="6570878" y="-387618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43164C0D-FB59-63D8-2D29-697FB791503E}"/>
              </a:ext>
            </a:extLst>
          </p:cNvPr>
          <p:cNvSpPr/>
          <p:nvPr/>
        </p:nvSpPr>
        <p:spPr>
          <a:xfrm>
            <a:off x="3809390" y="-4726579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F437966C-7EF3-133B-580E-B3802A80E454}"/>
              </a:ext>
            </a:extLst>
          </p:cNvPr>
          <p:cNvSpPr txBox="1"/>
          <p:nvPr/>
        </p:nvSpPr>
        <p:spPr>
          <a:xfrm>
            <a:off x="3992270" y="-468085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AE7D8804-D35D-782E-8D86-FB6476A07A0A}"/>
              </a:ext>
            </a:extLst>
          </p:cNvPr>
          <p:cNvSpPr txBox="1"/>
          <p:nvPr/>
        </p:nvSpPr>
        <p:spPr>
          <a:xfrm>
            <a:off x="6461150" y="-4680859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B5ECE334-5698-D71B-4AAB-57A893CEDBDD}"/>
              </a:ext>
            </a:extLst>
          </p:cNvPr>
          <p:cNvSpPr/>
          <p:nvPr/>
        </p:nvSpPr>
        <p:spPr>
          <a:xfrm>
            <a:off x="4495190" y="-5531251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0D9CBE4D-5DC7-8977-EEA7-D2684920BA91}"/>
              </a:ext>
            </a:extLst>
          </p:cNvPr>
          <p:cNvSpPr txBox="1"/>
          <p:nvPr/>
        </p:nvSpPr>
        <p:spPr>
          <a:xfrm>
            <a:off x="4678070" y="-5485531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14C33B03-9B71-34DD-F9CA-DEB550E8DDE5}"/>
              </a:ext>
            </a:extLst>
          </p:cNvPr>
          <p:cNvSpPr txBox="1"/>
          <p:nvPr/>
        </p:nvSpPr>
        <p:spPr>
          <a:xfrm>
            <a:off x="6351422" y="-5485531"/>
            <a:ext cx="128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D18CDC17-A194-66C4-45C1-0ADDABD6DCF2}"/>
              </a:ext>
            </a:extLst>
          </p:cNvPr>
          <p:cNvSpPr txBox="1"/>
          <p:nvPr/>
        </p:nvSpPr>
        <p:spPr>
          <a:xfrm>
            <a:off x="791870" y="-604375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  <p:sp>
        <p:nvSpPr>
          <p:cNvPr id="49" name="Rounded Rectangle 7">
            <a:extLst>
              <a:ext uri="{FF2B5EF4-FFF2-40B4-BE49-F238E27FC236}">
                <a16:creationId xmlns:a16="http://schemas.microsoft.com/office/drawing/2014/main" id="{EA4B6BBF-BE89-D108-C3C0-AE6E486F4782}"/>
              </a:ext>
            </a:extLst>
          </p:cNvPr>
          <p:cNvSpPr/>
          <p:nvPr/>
        </p:nvSpPr>
        <p:spPr>
          <a:xfrm>
            <a:off x="-11393424" y="2093214"/>
            <a:ext cx="2286000" cy="13716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8">
            <a:extLst>
              <a:ext uri="{FF2B5EF4-FFF2-40B4-BE49-F238E27FC236}">
                <a16:creationId xmlns:a16="http://schemas.microsoft.com/office/drawing/2014/main" id="{C86A9990-F239-81C2-C412-6D3B31FFE819}"/>
              </a:ext>
            </a:extLst>
          </p:cNvPr>
          <p:cNvSpPr txBox="1"/>
          <p:nvPr/>
        </p:nvSpPr>
        <p:spPr>
          <a:xfrm>
            <a:off x="-11411712" y="2458974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51" name="Right Arrow 9">
            <a:extLst>
              <a:ext uri="{FF2B5EF4-FFF2-40B4-BE49-F238E27FC236}">
                <a16:creationId xmlns:a16="http://schemas.microsoft.com/office/drawing/2014/main" id="{34B4F8CC-F42F-C083-CD4B-9A1AEECEDDF9}"/>
              </a:ext>
            </a:extLst>
          </p:cNvPr>
          <p:cNvSpPr/>
          <p:nvPr/>
        </p:nvSpPr>
        <p:spPr>
          <a:xfrm>
            <a:off x="-9015985" y="2550414"/>
            <a:ext cx="73152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0">
            <a:extLst>
              <a:ext uri="{FF2B5EF4-FFF2-40B4-BE49-F238E27FC236}">
                <a16:creationId xmlns:a16="http://schemas.microsoft.com/office/drawing/2014/main" id="{A7C168EF-86B2-BC57-EDD8-5BD87C244585}"/>
              </a:ext>
            </a:extLst>
          </p:cNvPr>
          <p:cNvSpPr/>
          <p:nvPr/>
        </p:nvSpPr>
        <p:spPr>
          <a:xfrm>
            <a:off x="-810158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89881665-C609-C821-13E1-42A5B48B31AB}"/>
              </a:ext>
            </a:extLst>
          </p:cNvPr>
          <p:cNvSpPr txBox="1"/>
          <p:nvPr/>
        </p:nvSpPr>
        <p:spPr>
          <a:xfrm>
            <a:off x="-8055865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504F18DF-876E-5EF2-F52C-80E6C3B2751A}"/>
              </a:ext>
            </a:extLst>
          </p:cNvPr>
          <p:cNvSpPr txBox="1"/>
          <p:nvPr/>
        </p:nvSpPr>
        <p:spPr>
          <a:xfrm>
            <a:off x="-8055865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2F7CD202-33E3-AADF-D3D5-0419B11AECDD}"/>
              </a:ext>
            </a:extLst>
          </p:cNvPr>
          <p:cNvSpPr txBox="1"/>
          <p:nvPr/>
        </p:nvSpPr>
        <p:spPr>
          <a:xfrm>
            <a:off x="-8055865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輸入完整？</a:t>
            </a:r>
          </a:p>
        </p:txBody>
      </p:sp>
      <p:sp>
        <p:nvSpPr>
          <p:cNvPr id="56" name="Right Arrow 14">
            <a:extLst>
              <a:ext uri="{FF2B5EF4-FFF2-40B4-BE49-F238E27FC236}">
                <a16:creationId xmlns:a16="http://schemas.microsoft.com/office/drawing/2014/main" id="{D7918486-D2FF-B836-DF0F-A35816DEDA10}"/>
              </a:ext>
            </a:extLst>
          </p:cNvPr>
          <p:cNvSpPr/>
          <p:nvPr/>
        </p:nvSpPr>
        <p:spPr>
          <a:xfrm>
            <a:off x="-634593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5">
            <a:extLst>
              <a:ext uri="{FF2B5EF4-FFF2-40B4-BE49-F238E27FC236}">
                <a16:creationId xmlns:a16="http://schemas.microsoft.com/office/drawing/2014/main" id="{21BD7674-4FB6-8D27-5471-2410B0B2D5E9}"/>
              </a:ext>
            </a:extLst>
          </p:cNvPr>
          <p:cNvSpPr/>
          <p:nvPr/>
        </p:nvSpPr>
        <p:spPr>
          <a:xfrm>
            <a:off x="-6181345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764DB50C-DEE1-C2A0-B786-CAC901402D4D}"/>
              </a:ext>
            </a:extLst>
          </p:cNvPr>
          <p:cNvSpPr txBox="1"/>
          <p:nvPr/>
        </p:nvSpPr>
        <p:spPr>
          <a:xfrm>
            <a:off x="-6135625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9E6D00EF-5EF1-09E6-56F7-3025B0ECC2C3}"/>
              </a:ext>
            </a:extLst>
          </p:cNvPr>
          <p:cNvSpPr txBox="1"/>
          <p:nvPr/>
        </p:nvSpPr>
        <p:spPr>
          <a:xfrm>
            <a:off x="-6135625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97E2EF64-DF8D-ADA4-587C-A35CBEF9D5E6}"/>
              </a:ext>
            </a:extLst>
          </p:cNvPr>
          <p:cNvSpPr txBox="1"/>
          <p:nvPr/>
        </p:nvSpPr>
        <p:spPr>
          <a:xfrm>
            <a:off x="-6135625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組建 Agent</a:t>
            </a:r>
          </a:p>
        </p:txBody>
      </p:sp>
      <p:sp>
        <p:nvSpPr>
          <p:cNvPr id="61" name="Right Arrow 19">
            <a:extLst>
              <a:ext uri="{FF2B5EF4-FFF2-40B4-BE49-F238E27FC236}">
                <a16:creationId xmlns:a16="http://schemas.microsoft.com/office/drawing/2014/main" id="{B82C05C8-72A6-BBF7-AB9F-3E88F4A2A3FD}"/>
              </a:ext>
            </a:extLst>
          </p:cNvPr>
          <p:cNvSpPr/>
          <p:nvPr/>
        </p:nvSpPr>
        <p:spPr>
          <a:xfrm>
            <a:off x="-4425697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20">
            <a:extLst>
              <a:ext uri="{FF2B5EF4-FFF2-40B4-BE49-F238E27FC236}">
                <a16:creationId xmlns:a16="http://schemas.microsoft.com/office/drawing/2014/main" id="{B75F4F7A-16B4-D155-AC78-AE34C983F294}"/>
              </a:ext>
            </a:extLst>
          </p:cNvPr>
          <p:cNvSpPr/>
          <p:nvPr/>
        </p:nvSpPr>
        <p:spPr>
          <a:xfrm>
            <a:off x="-426110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1">
            <a:extLst>
              <a:ext uri="{FF2B5EF4-FFF2-40B4-BE49-F238E27FC236}">
                <a16:creationId xmlns:a16="http://schemas.microsoft.com/office/drawing/2014/main" id="{1A45971A-71B1-4A4B-2FFC-AD5B2DB26D4E}"/>
              </a:ext>
            </a:extLst>
          </p:cNvPr>
          <p:cNvSpPr txBox="1"/>
          <p:nvPr/>
        </p:nvSpPr>
        <p:spPr>
          <a:xfrm>
            <a:off x="-4215384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8EC30E79-CBE3-D20B-D2FE-765F368637CB}"/>
              </a:ext>
            </a:extLst>
          </p:cNvPr>
          <p:cNvSpPr txBox="1"/>
          <p:nvPr/>
        </p:nvSpPr>
        <p:spPr>
          <a:xfrm>
            <a:off x="-4215384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65" name="TextBox 23">
            <a:extLst>
              <a:ext uri="{FF2B5EF4-FFF2-40B4-BE49-F238E27FC236}">
                <a16:creationId xmlns:a16="http://schemas.microsoft.com/office/drawing/2014/main" id="{9C48B458-F246-82CB-BDF7-FB1F5017F59F}"/>
              </a:ext>
            </a:extLst>
          </p:cNvPr>
          <p:cNvSpPr txBox="1"/>
          <p:nvPr/>
        </p:nvSpPr>
        <p:spPr>
          <a:xfrm>
            <a:off x="-4215384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步驟自動編排</a:t>
            </a:r>
          </a:p>
        </p:txBody>
      </p:sp>
      <p:sp>
        <p:nvSpPr>
          <p:cNvPr id="66" name="Right Arrow 24">
            <a:extLst>
              <a:ext uri="{FF2B5EF4-FFF2-40B4-BE49-F238E27FC236}">
                <a16:creationId xmlns:a16="http://schemas.microsoft.com/office/drawing/2014/main" id="{CCE0F68C-B482-27EF-38BB-9E539B980C60}"/>
              </a:ext>
            </a:extLst>
          </p:cNvPr>
          <p:cNvSpPr/>
          <p:nvPr/>
        </p:nvSpPr>
        <p:spPr>
          <a:xfrm>
            <a:off x="-250545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25">
            <a:extLst>
              <a:ext uri="{FF2B5EF4-FFF2-40B4-BE49-F238E27FC236}">
                <a16:creationId xmlns:a16="http://schemas.microsoft.com/office/drawing/2014/main" id="{A20688C2-6935-C933-771B-4858475160FD}"/>
              </a:ext>
            </a:extLst>
          </p:cNvPr>
          <p:cNvSpPr/>
          <p:nvPr/>
        </p:nvSpPr>
        <p:spPr>
          <a:xfrm>
            <a:off x="-234086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26">
            <a:extLst>
              <a:ext uri="{FF2B5EF4-FFF2-40B4-BE49-F238E27FC236}">
                <a16:creationId xmlns:a16="http://schemas.microsoft.com/office/drawing/2014/main" id="{65F649BA-8160-73D9-8617-07DAA5ABC88B}"/>
              </a:ext>
            </a:extLst>
          </p:cNvPr>
          <p:cNvSpPr txBox="1"/>
          <p:nvPr/>
        </p:nvSpPr>
        <p:spPr>
          <a:xfrm>
            <a:off x="-2295144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69" name="TextBox 27">
            <a:extLst>
              <a:ext uri="{FF2B5EF4-FFF2-40B4-BE49-F238E27FC236}">
                <a16:creationId xmlns:a16="http://schemas.microsoft.com/office/drawing/2014/main" id="{A5300E6C-9F9A-E457-7593-B98696166D19}"/>
              </a:ext>
            </a:extLst>
          </p:cNvPr>
          <p:cNvSpPr txBox="1"/>
          <p:nvPr/>
        </p:nvSpPr>
        <p:spPr>
          <a:xfrm>
            <a:off x="-2295144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sp>
        <p:nvSpPr>
          <p:cNvPr id="70" name="TextBox 28">
            <a:extLst>
              <a:ext uri="{FF2B5EF4-FFF2-40B4-BE49-F238E27FC236}">
                <a16:creationId xmlns:a16="http://schemas.microsoft.com/office/drawing/2014/main" id="{07AFD191-DC03-182D-5FEF-0D0F7D2D1FE8}"/>
              </a:ext>
            </a:extLst>
          </p:cNvPr>
          <p:cNvSpPr txBox="1"/>
          <p:nvPr/>
        </p:nvSpPr>
        <p:spPr>
          <a:xfrm>
            <a:off x="-2295144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自動驗證結果</a:t>
            </a:r>
          </a:p>
        </p:txBody>
      </p:sp>
    </p:spTree>
    <p:extLst>
      <p:ext uri="{BB962C8B-B14F-4D97-AF65-F5344CB8AC3E}">
        <p14:creationId xmlns:p14="http://schemas.microsoft.com/office/powerpoint/2010/main" val="205449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zh-TW" altLang="en-US" dirty="0">
                <a:solidFill>
                  <a:srgbClr val="444444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93214"/>
            <a:ext cx="2286000" cy="13716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58974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7247" y="2550414"/>
            <a:ext cx="73152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4164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輸入完整？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9729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61887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0760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組建 Agent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17535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8212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2784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步驟自動編排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3777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0236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4808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自動驗證結果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一個命令 = 一條完整的生產線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使用者只需一行指令，系統自動編排所有步驟</a:t>
            </a:r>
          </a:p>
          <a:p>
            <a:pPr algn="l">
              <a:spcAft>
                <a:spcPts val="760"/>
              </a:spcAft>
              <a:defRPr sz="800" b="0">
                <a:solidFill>
                  <a:srgbClr val="444444"/>
                </a:solidFill>
                <a:latin typeface="Microsoft JhengHei"/>
              </a:defRPr>
            </a:pPr>
            <a:endParaRPr dirty="0"/>
          </a:p>
          <a:p>
            <a:pPr algn="l">
              <a:spcAft>
                <a:spcPts val="760"/>
              </a:spcAft>
              <a:defRPr sz="1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類比：工廠的生產線按鈕 — 按一下，整條產線啟動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9B0B35A6-2F2E-47D3-4CB9-AF6601BB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28" y="1560239"/>
            <a:ext cx="4197793" cy="4592386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9E311D10-D7D5-9B7C-D3A8-51F121C40B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12454128" y="1826227"/>
            <a:ext cx="4919837" cy="4060410"/>
          </a:xfrm>
          <a:prstGeom prst="rect">
            <a:avLst/>
          </a:prstGeom>
        </p:spPr>
      </p:pic>
      <p:sp>
        <p:nvSpPr>
          <p:cNvPr id="55" name="TextBox 7">
            <a:extLst>
              <a:ext uri="{FF2B5EF4-FFF2-40B4-BE49-F238E27FC236}">
                <a16:creationId xmlns:a16="http://schemas.microsoft.com/office/drawing/2014/main" id="{1E9A3CB3-4C3A-0597-8523-FC5C5D54F4F8}"/>
              </a:ext>
            </a:extLst>
          </p:cNvPr>
          <p:cNvSpPr txBox="1"/>
          <p:nvPr/>
        </p:nvSpPr>
        <p:spPr>
          <a:xfrm>
            <a:off x="13076285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170F0A55-7D00-435E-536D-4289CCC32ACE}"/>
              </a:ext>
            </a:extLst>
          </p:cNvPr>
          <p:cNvSpPr/>
          <p:nvPr/>
        </p:nvSpPr>
        <p:spPr>
          <a:xfrm>
            <a:off x="13076285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F8F001D2-84C4-86AA-6026-28B131DBFD09}"/>
              </a:ext>
            </a:extLst>
          </p:cNvPr>
          <p:cNvSpPr txBox="1"/>
          <p:nvPr/>
        </p:nvSpPr>
        <p:spPr>
          <a:xfrm>
            <a:off x="13167725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58" name="TextBox 10">
            <a:extLst>
              <a:ext uri="{FF2B5EF4-FFF2-40B4-BE49-F238E27FC236}">
                <a16:creationId xmlns:a16="http://schemas.microsoft.com/office/drawing/2014/main" id="{24080926-8018-FC88-A9FF-B951B74CFCEF}"/>
              </a:ext>
            </a:extLst>
          </p:cNvPr>
          <p:cNvSpPr txBox="1"/>
          <p:nvPr/>
        </p:nvSpPr>
        <p:spPr>
          <a:xfrm>
            <a:off x="13807805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59" name="TextBox 11">
            <a:extLst>
              <a:ext uri="{FF2B5EF4-FFF2-40B4-BE49-F238E27FC236}">
                <a16:creationId xmlns:a16="http://schemas.microsoft.com/office/drawing/2014/main" id="{3A26D580-BFDE-4D5F-0C3C-5257728783C6}"/>
              </a:ext>
            </a:extLst>
          </p:cNvPr>
          <p:cNvSpPr txBox="1"/>
          <p:nvPr/>
        </p:nvSpPr>
        <p:spPr>
          <a:xfrm>
            <a:off x="13807805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F15AFD9A-6ED6-BC4E-5107-1B7E3BCE4FD4}"/>
              </a:ext>
            </a:extLst>
          </p:cNvPr>
          <p:cNvSpPr/>
          <p:nvPr/>
        </p:nvSpPr>
        <p:spPr>
          <a:xfrm>
            <a:off x="13076285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0A02AF02-9E5F-E8BC-DA2E-3035ACE83869}"/>
              </a:ext>
            </a:extLst>
          </p:cNvPr>
          <p:cNvSpPr txBox="1"/>
          <p:nvPr/>
        </p:nvSpPr>
        <p:spPr>
          <a:xfrm>
            <a:off x="13167725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D67BE207-601F-3BD0-D354-651A36D25451}"/>
              </a:ext>
            </a:extLst>
          </p:cNvPr>
          <p:cNvSpPr txBox="1"/>
          <p:nvPr/>
        </p:nvSpPr>
        <p:spPr>
          <a:xfrm>
            <a:off x="13807805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CD88EEAE-CC73-DC27-A3B0-5F7D57125630}"/>
              </a:ext>
            </a:extLst>
          </p:cNvPr>
          <p:cNvSpPr txBox="1"/>
          <p:nvPr/>
        </p:nvSpPr>
        <p:spPr>
          <a:xfrm>
            <a:off x="13807805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64" name="Rounded Rectangle 16">
            <a:extLst>
              <a:ext uri="{FF2B5EF4-FFF2-40B4-BE49-F238E27FC236}">
                <a16:creationId xmlns:a16="http://schemas.microsoft.com/office/drawing/2014/main" id="{963E104D-785A-F330-5F95-B991C96F994C}"/>
              </a:ext>
            </a:extLst>
          </p:cNvPr>
          <p:cNvSpPr/>
          <p:nvPr/>
        </p:nvSpPr>
        <p:spPr>
          <a:xfrm>
            <a:off x="13076285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F6546B95-30A6-2B61-FCE5-1094B23B0AE8}"/>
              </a:ext>
            </a:extLst>
          </p:cNvPr>
          <p:cNvSpPr txBox="1"/>
          <p:nvPr/>
        </p:nvSpPr>
        <p:spPr>
          <a:xfrm>
            <a:off x="13167725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1BF7C445-7967-6174-7CE7-07CBA7F429FD}"/>
              </a:ext>
            </a:extLst>
          </p:cNvPr>
          <p:cNvSpPr txBox="1"/>
          <p:nvPr/>
        </p:nvSpPr>
        <p:spPr>
          <a:xfrm>
            <a:off x="13807805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67" name="TextBox 19">
            <a:extLst>
              <a:ext uri="{FF2B5EF4-FFF2-40B4-BE49-F238E27FC236}">
                <a16:creationId xmlns:a16="http://schemas.microsoft.com/office/drawing/2014/main" id="{60C65701-BAEC-88D8-CFE2-377B1061B7C8}"/>
              </a:ext>
            </a:extLst>
          </p:cNvPr>
          <p:cNvSpPr txBox="1"/>
          <p:nvPr/>
        </p:nvSpPr>
        <p:spPr>
          <a:xfrm>
            <a:off x="13807805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68" name="Rounded Rectangle 20">
            <a:extLst>
              <a:ext uri="{FF2B5EF4-FFF2-40B4-BE49-F238E27FC236}">
                <a16:creationId xmlns:a16="http://schemas.microsoft.com/office/drawing/2014/main" id="{22302E42-D90D-BBC5-A96D-7ACEC3A73E5E}"/>
              </a:ext>
            </a:extLst>
          </p:cNvPr>
          <p:cNvSpPr/>
          <p:nvPr/>
        </p:nvSpPr>
        <p:spPr>
          <a:xfrm>
            <a:off x="13076285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EAB2D790-B133-C87E-16E8-7CACAA995E01}"/>
              </a:ext>
            </a:extLst>
          </p:cNvPr>
          <p:cNvSpPr txBox="1"/>
          <p:nvPr/>
        </p:nvSpPr>
        <p:spPr>
          <a:xfrm>
            <a:off x="13167725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A569BAA5-3027-082A-C8A0-C44EB929DC02}"/>
              </a:ext>
            </a:extLst>
          </p:cNvPr>
          <p:cNvSpPr txBox="1"/>
          <p:nvPr/>
        </p:nvSpPr>
        <p:spPr>
          <a:xfrm>
            <a:off x="13807805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71" name="TextBox 23">
            <a:extLst>
              <a:ext uri="{FF2B5EF4-FFF2-40B4-BE49-F238E27FC236}">
                <a16:creationId xmlns:a16="http://schemas.microsoft.com/office/drawing/2014/main" id="{1747798B-6EE6-B194-61A3-377978F2A726}"/>
              </a:ext>
            </a:extLst>
          </p:cNvPr>
          <p:cNvSpPr txBox="1"/>
          <p:nvPr/>
        </p:nvSpPr>
        <p:spPr>
          <a:xfrm>
            <a:off x="13807805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72" name="Rounded Rectangle 24">
            <a:extLst>
              <a:ext uri="{FF2B5EF4-FFF2-40B4-BE49-F238E27FC236}">
                <a16:creationId xmlns:a16="http://schemas.microsoft.com/office/drawing/2014/main" id="{ABB7ED57-A6F1-F4C5-FECB-1B6D2F9D6A0E}"/>
              </a:ext>
            </a:extLst>
          </p:cNvPr>
          <p:cNvSpPr/>
          <p:nvPr/>
        </p:nvSpPr>
        <p:spPr>
          <a:xfrm>
            <a:off x="18745565" y="1280160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CC5A3591-B435-8408-79D1-842128274200}"/>
              </a:ext>
            </a:extLst>
          </p:cNvPr>
          <p:cNvSpPr txBox="1"/>
          <p:nvPr/>
        </p:nvSpPr>
        <p:spPr>
          <a:xfrm>
            <a:off x="18928445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74" name="Rounded Rectangle 26">
            <a:extLst>
              <a:ext uri="{FF2B5EF4-FFF2-40B4-BE49-F238E27FC236}">
                <a16:creationId xmlns:a16="http://schemas.microsoft.com/office/drawing/2014/main" id="{0106A73E-E92A-9491-094B-BF2BC0936E03}"/>
              </a:ext>
            </a:extLst>
          </p:cNvPr>
          <p:cNvSpPr/>
          <p:nvPr/>
        </p:nvSpPr>
        <p:spPr>
          <a:xfrm>
            <a:off x="19202765" y="2194560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27">
            <a:extLst>
              <a:ext uri="{FF2B5EF4-FFF2-40B4-BE49-F238E27FC236}">
                <a16:creationId xmlns:a16="http://schemas.microsoft.com/office/drawing/2014/main" id="{986961EB-CD82-2983-950A-95845D5EF913}"/>
              </a:ext>
            </a:extLst>
          </p:cNvPr>
          <p:cNvSpPr txBox="1"/>
          <p:nvPr/>
        </p:nvSpPr>
        <p:spPr>
          <a:xfrm>
            <a:off x="19385645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76" name="TextBox 28">
            <a:extLst>
              <a:ext uri="{FF2B5EF4-FFF2-40B4-BE49-F238E27FC236}">
                <a16:creationId xmlns:a16="http://schemas.microsoft.com/office/drawing/2014/main" id="{BD275017-17EC-1B0D-86B1-53F8F2031A0C}"/>
              </a:ext>
            </a:extLst>
          </p:cNvPr>
          <p:cNvSpPr txBox="1"/>
          <p:nvPr/>
        </p:nvSpPr>
        <p:spPr>
          <a:xfrm>
            <a:off x="18928445" y="6309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</p:spTree>
    <p:extLst>
      <p:ext uri="{BB962C8B-B14F-4D97-AF65-F5344CB8AC3E}">
        <p14:creationId xmlns:p14="http://schemas.microsoft.com/office/powerpoint/2010/main" val="290233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5DC5-3EEE-AEAA-2597-60367C0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2EFDAF-FE5A-D7B3-CA82-DA036D5C6394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E84E9-C8F0-FC04-87AD-529C9DF5528D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63FB6-936A-D167-6F54-F36D95A34BB9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247865-A62C-1CB2-0463-9B2F0FF8FA52}"/>
              </a:ext>
            </a:extLst>
          </p:cNvPr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2C0AF-A835-762B-5F46-243540BA1813}"/>
              </a:ext>
            </a:extLst>
          </p:cNvPr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C8925-0F15-EDC6-52AA-9A3297ECA5EF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D7B9EC-3D98-0630-D8B7-DC3CEC52F846}"/>
              </a:ext>
            </a:extLst>
          </p:cNvPr>
          <p:cNvSpPr/>
          <p:nvPr/>
        </p:nvSpPr>
        <p:spPr>
          <a:xfrm>
            <a:off x="301751" y="1417033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2617D-0856-188D-249C-20D2DDEA0EDB}"/>
              </a:ext>
            </a:extLst>
          </p:cNvPr>
          <p:cNvSpPr txBox="1"/>
          <p:nvPr/>
        </p:nvSpPr>
        <p:spPr>
          <a:xfrm>
            <a:off x="283463" y="1507058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11651EF-FBB8-B515-E170-93F9CE1ED4AA}"/>
              </a:ext>
            </a:extLst>
          </p:cNvPr>
          <p:cNvSpPr/>
          <p:nvPr/>
        </p:nvSpPr>
        <p:spPr>
          <a:xfrm rot="5400000">
            <a:off x="1259931" y="2016306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576763-DBDE-79FA-D7F8-E16308480236}"/>
              </a:ext>
            </a:extLst>
          </p:cNvPr>
          <p:cNvSpPr/>
          <p:nvPr/>
        </p:nvSpPr>
        <p:spPr>
          <a:xfrm>
            <a:off x="557783" y="246818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98F81-EEE1-893D-0412-DD04A91E95E2}"/>
              </a:ext>
            </a:extLst>
          </p:cNvPr>
          <p:cNvSpPr txBox="1"/>
          <p:nvPr/>
        </p:nvSpPr>
        <p:spPr>
          <a:xfrm>
            <a:off x="603502" y="253829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DB31B-1CDD-C029-F4C0-747BA223C24C}"/>
              </a:ext>
            </a:extLst>
          </p:cNvPr>
          <p:cNvSpPr txBox="1"/>
          <p:nvPr/>
        </p:nvSpPr>
        <p:spPr>
          <a:xfrm>
            <a:off x="603502" y="288881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D8A09E9-B136-1E5D-9717-857506CFDFE4}"/>
              </a:ext>
            </a:extLst>
          </p:cNvPr>
          <p:cNvSpPr/>
          <p:nvPr/>
        </p:nvSpPr>
        <p:spPr>
          <a:xfrm rot="5400000">
            <a:off x="1357882" y="3307617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05DB0DC-5FFF-F358-44B4-CD1ABC5E6BCB}"/>
              </a:ext>
            </a:extLst>
          </p:cNvPr>
          <p:cNvSpPr/>
          <p:nvPr/>
        </p:nvSpPr>
        <p:spPr>
          <a:xfrm>
            <a:off x="557783" y="350591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0DFFD-F7B1-BA7A-2A1F-BEB23BCCB1E5}"/>
              </a:ext>
            </a:extLst>
          </p:cNvPr>
          <p:cNvSpPr txBox="1"/>
          <p:nvPr/>
        </p:nvSpPr>
        <p:spPr>
          <a:xfrm>
            <a:off x="603503" y="357601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4602DC-4E03-FD16-5232-C241E2757766}"/>
              </a:ext>
            </a:extLst>
          </p:cNvPr>
          <p:cNvSpPr txBox="1"/>
          <p:nvPr/>
        </p:nvSpPr>
        <p:spPr>
          <a:xfrm>
            <a:off x="603503" y="392653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2B13BE03-2DD3-71AC-AE4D-139A4009899C}"/>
              </a:ext>
            </a:extLst>
          </p:cNvPr>
          <p:cNvSpPr/>
          <p:nvPr/>
        </p:nvSpPr>
        <p:spPr>
          <a:xfrm rot="5400000">
            <a:off x="1357882" y="4330171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71A17F5-4E35-560A-B443-3D7E6A3AD725}"/>
              </a:ext>
            </a:extLst>
          </p:cNvPr>
          <p:cNvSpPr/>
          <p:nvPr/>
        </p:nvSpPr>
        <p:spPr>
          <a:xfrm>
            <a:off x="548640" y="454363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16B63A-2CE2-15EC-1DFF-12D14FFE3488}"/>
              </a:ext>
            </a:extLst>
          </p:cNvPr>
          <p:cNvSpPr txBox="1"/>
          <p:nvPr/>
        </p:nvSpPr>
        <p:spPr>
          <a:xfrm>
            <a:off x="594360" y="461374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FFC0A4-3879-FFF2-F460-6C696985936B}"/>
              </a:ext>
            </a:extLst>
          </p:cNvPr>
          <p:cNvSpPr txBox="1"/>
          <p:nvPr/>
        </p:nvSpPr>
        <p:spPr>
          <a:xfrm>
            <a:off x="594360" y="496426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455A684-56E2-6D75-3083-1266C6B604EA}"/>
              </a:ext>
            </a:extLst>
          </p:cNvPr>
          <p:cNvSpPr/>
          <p:nvPr/>
        </p:nvSpPr>
        <p:spPr>
          <a:xfrm rot="5400000">
            <a:off x="1348740" y="5393079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97BF2BC-A26E-D242-510A-4EFCF13C87F3}"/>
              </a:ext>
            </a:extLst>
          </p:cNvPr>
          <p:cNvSpPr/>
          <p:nvPr/>
        </p:nvSpPr>
        <p:spPr>
          <a:xfrm>
            <a:off x="548640" y="558136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7ED783-0EDF-A1E2-8149-B1F1702CD1AA}"/>
              </a:ext>
            </a:extLst>
          </p:cNvPr>
          <p:cNvSpPr txBox="1"/>
          <p:nvPr/>
        </p:nvSpPr>
        <p:spPr>
          <a:xfrm>
            <a:off x="594360" y="565146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CAD604-5249-AB91-754B-CB22A7B7080B}"/>
              </a:ext>
            </a:extLst>
          </p:cNvPr>
          <p:cNvSpPr txBox="1"/>
          <p:nvPr/>
        </p:nvSpPr>
        <p:spPr>
          <a:xfrm>
            <a:off x="594360" y="600198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2699E060-2BC0-F57D-616C-FA18DACB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946" y="1560239"/>
            <a:ext cx="4197793" cy="4592386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13956BB5-63C1-4FCA-0B49-618675E94E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557"/>
          <a:stretch>
            <a:fillRect/>
          </a:stretch>
        </p:blipFill>
        <p:spPr>
          <a:xfrm>
            <a:off x="2858246" y="1826227"/>
            <a:ext cx="4919837" cy="4060410"/>
          </a:xfrm>
          <a:prstGeom prst="rect">
            <a:avLst/>
          </a:prstGeom>
        </p:spPr>
      </p:pic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D2FD4C09-10CD-A898-1D1F-35A62DFD095F}"/>
              </a:ext>
            </a:extLst>
          </p:cNvPr>
          <p:cNvSpPr/>
          <p:nvPr/>
        </p:nvSpPr>
        <p:spPr>
          <a:xfrm>
            <a:off x="-1156333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505B5904-9EAF-EA46-9F2A-C368D7AB7B4A}"/>
              </a:ext>
            </a:extLst>
          </p:cNvPr>
          <p:cNvSpPr txBox="1"/>
          <p:nvPr/>
        </p:nvSpPr>
        <p:spPr>
          <a:xfrm>
            <a:off x="-1147189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90508670-722A-0BE3-403C-92E12B81A671}"/>
              </a:ext>
            </a:extLst>
          </p:cNvPr>
          <p:cNvSpPr txBox="1"/>
          <p:nvPr/>
        </p:nvSpPr>
        <p:spPr>
          <a:xfrm>
            <a:off x="-1147189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0859CCE5-DA48-1F21-1E63-5BBF1F157632}"/>
              </a:ext>
            </a:extLst>
          </p:cNvPr>
          <p:cNvSpPr/>
          <p:nvPr/>
        </p:nvSpPr>
        <p:spPr>
          <a:xfrm>
            <a:off x="-11014695" y="3376372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F62C2141-32A8-4231-49DE-8982C5CB48C4}"/>
              </a:ext>
            </a:extLst>
          </p:cNvPr>
          <p:cNvSpPr txBox="1"/>
          <p:nvPr/>
        </p:nvSpPr>
        <p:spPr>
          <a:xfrm>
            <a:off x="-1138045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/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47" name="Rounded Rectangle 12">
            <a:extLst>
              <a:ext uri="{FF2B5EF4-FFF2-40B4-BE49-F238E27FC236}">
                <a16:creationId xmlns:a16="http://schemas.microsoft.com/office/drawing/2014/main" id="{F752018E-17EB-B9F5-AFCA-4F28A17671E2}"/>
              </a:ext>
            </a:extLst>
          </p:cNvPr>
          <p:cNvSpPr/>
          <p:nvPr/>
        </p:nvSpPr>
        <p:spPr>
          <a:xfrm>
            <a:off x="-772285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1F899F1F-22CA-EC2D-30C8-5778A252D4A5}"/>
              </a:ext>
            </a:extLst>
          </p:cNvPr>
          <p:cNvSpPr txBox="1"/>
          <p:nvPr/>
        </p:nvSpPr>
        <p:spPr>
          <a:xfrm>
            <a:off x="-763141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49" name="TextBox 14">
            <a:extLst>
              <a:ext uri="{FF2B5EF4-FFF2-40B4-BE49-F238E27FC236}">
                <a16:creationId xmlns:a16="http://schemas.microsoft.com/office/drawing/2014/main" id="{ED7BDA7E-3BE8-2243-8A3D-D0FD4D2734B2}"/>
              </a:ext>
            </a:extLst>
          </p:cNvPr>
          <p:cNvSpPr txBox="1"/>
          <p:nvPr/>
        </p:nvSpPr>
        <p:spPr>
          <a:xfrm>
            <a:off x="-763141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50" name="Rectangle 15">
            <a:extLst>
              <a:ext uri="{FF2B5EF4-FFF2-40B4-BE49-F238E27FC236}">
                <a16:creationId xmlns:a16="http://schemas.microsoft.com/office/drawing/2014/main" id="{DD4AB87E-9DDD-0A67-4AC0-4A983780EEFE}"/>
              </a:ext>
            </a:extLst>
          </p:cNvPr>
          <p:cNvSpPr/>
          <p:nvPr/>
        </p:nvSpPr>
        <p:spPr>
          <a:xfrm>
            <a:off x="-7174215" y="3376372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D00C82B4-4F05-B1CE-D8D3-C64D4FE61397}"/>
              </a:ext>
            </a:extLst>
          </p:cNvPr>
          <p:cNvSpPr txBox="1"/>
          <p:nvPr/>
        </p:nvSpPr>
        <p:spPr>
          <a:xfrm>
            <a:off x="-753997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精準定位座標</a:t>
            </a:r>
            <a:br/>
            <a:r>
              <a:rPr lang="zh-TW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5EABF56A-4171-7C0F-8F92-274CBA0134C3}"/>
              </a:ext>
            </a:extLst>
          </p:cNvPr>
          <p:cNvSpPr/>
          <p:nvPr/>
        </p:nvSpPr>
        <p:spPr>
          <a:xfrm>
            <a:off x="-388237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8">
            <a:extLst>
              <a:ext uri="{FF2B5EF4-FFF2-40B4-BE49-F238E27FC236}">
                <a16:creationId xmlns:a16="http://schemas.microsoft.com/office/drawing/2014/main" id="{9D4007D4-A8F5-46B7-F02D-95D5B3FDB8AD}"/>
              </a:ext>
            </a:extLst>
          </p:cNvPr>
          <p:cNvSpPr txBox="1"/>
          <p:nvPr/>
        </p:nvSpPr>
        <p:spPr>
          <a:xfrm>
            <a:off x="-379093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54" name="TextBox 19">
            <a:extLst>
              <a:ext uri="{FF2B5EF4-FFF2-40B4-BE49-F238E27FC236}">
                <a16:creationId xmlns:a16="http://schemas.microsoft.com/office/drawing/2014/main" id="{8328DDFC-0ABF-C41C-D633-EA446D9F5959}"/>
              </a:ext>
            </a:extLst>
          </p:cNvPr>
          <p:cNvSpPr txBox="1"/>
          <p:nvPr/>
        </p:nvSpPr>
        <p:spPr>
          <a:xfrm>
            <a:off x="-379093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55" name="Rectangle 20">
            <a:extLst>
              <a:ext uri="{FF2B5EF4-FFF2-40B4-BE49-F238E27FC236}">
                <a16:creationId xmlns:a16="http://schemas.microsoft.com/office/drawing/2014/main" id="{2A4CDB1E-B73D-7E53-2B3C-BD120E851965}"/>
              </a:ext>
            </a:extLst>
          </p:cNvPr>
          <p:cNvSpPr/>
          <p:nvPr/>
        </p:nvSpPr>
        <p:spPr>
          <a:xfrm>
            <a:off x="-3333735" y="337637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183D2371-2F4F-A4A8-397F-0A4C78E3F498}"/>
              </a:ext>
            </a:extLst>
          </p:cNvPr>
          <p:cNvSpPr txBox="1"/>
          <p:nvPr/>
        </p:nvSpPr>
        <p:spPr>
          <a:xfrm>
            <a:off x="-369949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彙整所有資訊</a:t>
            </a:r>
            <a:br/>
            <a:r>
              <a:rPr lang="zh-TW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id="{7F02607A-5C2E-3E11-BC2D-C5FC617C6336}"/>
              </a:ext>
            </a:extLst>
          </p:cNvPr>
          <p:cNvSpPr txBox="1"/>
          <p:nvPr/>
        </p:nvSpPr>
        <p:spPr>
          <a:xfrm>
            <a:off x="-8042895" y="31020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60" name="TextBox 25">
            <a:extLst>
              <a:ext uri="{FF2B5EF4-FFF2-40B4-BE49-F238E27FC236}">
                <a16:creationId xmlns:a16="http://schemas.microsoft.com/office/drawing/2014/main" id="{8EF34EF9-9A5E-B2C6-6A53-765E458E6982}"/>
              </a:ext>
            </a:extLst>
          </p:cNvPr>
          <p:cNvSpPr txBox="1"/>
          <p:nvPr/>
        </p:nvSpPr>
        <p:spPr>
          <a:xfrm>
            <a:off x="-4202415" y="31020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61" name="Rounded Rectangle 26">
            <a:extLst>
              <a:ext uri="{FF2B5EF4-FFF2-40B4-BE49-F238E27FC236}">
                <a16:creationId xmlns:a16="http://schemas.microsoft.com/office/drawing/2014/main" id="{6BA620ED-CF31-D4D4-5ED6-0CB49265869B}"/>
              </a:ext>
            </a:extLst>
          </p:cNvPr>
          <p:cNvSpPr/>
          <p:nvPr/>
        </p:nvSpPr>
        <p:spPr>
          <a:xfrm>
            <a:off x="-1156333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7">
            <a:extLst>
              <a:ext uri="{FF2B5EF4-FFF2-40B4-BE49-F238E27FC236}">
                <a16:creationId xmlns:a16="http://schemas.microsoft.com/office/drawing/2014/main" id="{7EE23781-BD87-67BB-149D-C019A083BA7F}"/>
              </a:ext>
            </a:extLst>
          </p:cNvPr>
          <p:cNvSpPr txBox="1"/>
          <p:nvPr/>
        </p:nvSpPr>
        <p:spPr>
          <a:xfrm>
            <a:off x="-1142617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63" name="TextBox 28">
            <a:extLst>
              <a:ext uri="{FF2B5EF4-FFF2-40B4-BE49-F238E27FC236}">
                <a16:creationId xmlns:a16="http://schemas.microsoft.com/office/drawing/2014/main" id="{9614E0CB-A6B2-8BE0-16C0-EB8DDAF6B53E}"/>
              </a:ext>
            </a:extLst>
          </p:cNvPr>
          <p:cNvSpPr txBox="1"/>
          <p:nvPr/>
        </p:nvSpPr>
        <p:spPr>
          <a:xfrm>
            <a:off x="-1142617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FB661926-F515-0776-6CD9-0256ABCD8489}"/>
              </a:ext>
            </a:extLst>
          </p:cNvPr>
          <p:cNvSpPr/>
          <p:nvPr/>
        </p:nvSpPr>
        <p:spPr>
          <a:xfrm>
            <a:off x="-772285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30">
            <a:extLst>
              <a:ext uri="{FF2B5EF4-FFF2-40B4-BE49-F238E27FC236}">
                <a16:creationId xmlns:a16="http://schemas.microsoft.com/office/drawing/2014/main" id="{160B0584-FF8E-C60A-79D8-F43F1E812EF4}"/>
              </a:ext>
            </a:extLst>
          </p:cNvPr>
          <p:cNvSpPr txBox="1"/>
          <p:nvPr/>
        </p:nvSpPr>
        <p:spPr>
          <a:xfrm>
            <a:off x="-758569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66" name="TextBox 31">
            <a:extLst>
              <a:ext uri="{FF2B5EF4-FFF2-40B4-BE49-F238E27FC236}">
                <a16:creationId xmlns:a16="http://schemas.microsoft.com/office/drawing/2014/main" id="{0E9B7B63-16E4-5458-C740-83445DC41C65}"/>
              </a:ext>
            </a:extLst>
          </p:cNvPr>
          <p:cNvSpPr txBox="1"/>
          <p:nvPr/>
        </p:nvSpPr>
        <p:spPr>
          <a:xfrm>
            <a:off x="-758569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67" name="Rounded Rectangle 32">
            <a:extLst>
              <a:ext uri="{FF2B5EF4-FFF2-40B4-BE49-F238E27FC236}">
                <a16:creationId xmlns:a16="http://schemas.microsoft.com/office/drawing/2014/main" id="{88FC53DB-E1FF-79E9-B961-9871867320E2}"/>
              </a:ext>
            </a:extLst>
          </p:cNvPr>
          <p:cNvSpPr/>
          <p:nvPr/>
        </p:nvSpPr>
        <p:spPr>
          <a:xfrm>
            <a:off x="-388237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id="{47059094-64CF-28DD-701A-A4EBF68EDF36}"/>
              </a:ext>
            </a:extLst>
          </p:cNvPr>
          <p:cNvSpPr txBox="1"/>
          <p:nvPr/>
        </p:nvSpPr>
        <p:spPr>
          <a:xfrm>
            <a:off x="-374521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69" name="TextBox 34">
            <a:extLst>
              <a:ext uri="{FF2B5EF4-FFF2-40B4-BE49-F238E27FC236}">
                <a16:creationId xmlns:a16="http://schemas.microsoft.com/office/drawing/2014/main" id="{35D66F94-1A63-2AFD-AF08-73BDE0F745F3}"/>
              </a:ext>
            </a:extLst>
          </p:cNvPr>
          <p:cNvSpPr txBox="1"/>
          <p:nvPr/>
        </p:nvSpPr>
        <p:spPr>
          <a:xfrm>
            <a:off x="-374521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70" name="TextBox 35">
            <a:extLst>
              <a:ext uri="{FF2B5EF4-FFF2-40B4-BE49-F238E27FC236}">
                <a16:creationId xmlns:a16="http://schemas.microsoft.com/office/drawing/2014/main" id="{AFC3EAFA-518C-91AB-B2D6-18C9AA188D16}"/>
              </a:ext>
            </a:extLst>
          </p:cNvPr>
          <p:cNvSpPr txBox="1"/>
          <p:nvPr/>
        </p:nvSpPr>
        <p:spPr>
          <a:xfrm>
            <a:off x="-11563335" y="62110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71" name="TextBox 29">
            <a:extLst>
              <a:ext uri="{FF2B5EF4-FFF2-40B4-BE49-F238E27FC236}">
                <a16:creationId xmlns:a16="http://schemas.microsoft.com/office/drawing/2014/main" id="{604EE124-44E0-D08F-A997-CF7D36FD7A42}"/>
              </a:ext>
            </a:extLst>
          </p:cNvPr>
          <p:cNvSpPr txBox="1"/>
          <p:nvPr/>
        </p:nvSpPr>
        <p:spPr>
          <a:xfrm>
            <a:off x="746760" y="7106175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一個命令 = 一條完整的生產線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使用者只需一行指令，系統自動編排所有步驟</a:t>
            </a:r>
          </a:p>
          <a:p>
            <a:pPr algn="l">
              <a:spcAft>
                <a:spcPts val="760"/>
              </a:spcAft>
              <a:defRPr sz="800" b="0">
                <a:solidFill>
                  <a:srgbClr val="444444"/>
                </a:solidFill>
                <a:latin typeface="Microsoft JhengHei"/>
              </a:defRPr>
            </a:pPr>
            <a:endParaRPr dirty="0"/>
          </a:p>
          <a:p>
            <a:pPr algn="l">
              <a:spcAft>
                <a:spcPts val="760"/>
              </a:spcAft>
              <a:defRPr sz="1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類比：工廠的生產線按鈕 — 按一下，整條產線啟動</a:t>
            </a:r>
          </a:p>
        </p:txBody>
      </p:sp>
    </p:spTree>
    <p:extLst>
      <p:ext uri="{BB962C8B-B14F-4D97-AF65-F5344CB8AC3E}">
        <p14:creationId xmlns:p14="http://schemas.microsoft.com/office/powerpoint/2010/main" val="59044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017520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/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017520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精準定位座標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3017520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彙整所有資訊</a:t>
            </a:r>
            <a:br/>
            <a:r>
              <a:rPr lang="zh-TW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667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667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6D6BF22D-684E-0F91-D79A-2B1162CC51E6}"/>
              </a:ext>
            </a:extLst>
          </p:cNvPr>
          <p:cNvSpPr/>
          <p:nvPr/>
        </p:nvSpPr>
        <p:spPr>
          <a:xfrm>
            <a:off x="566928" y="7344681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51A2426D-9519-763B-7880-7F094FA7F030}"/>
              </a:ext>
            </a:extLst>
          </p:cNvPr>
          <p:cNvSpPr txBox="1"/>
          <p:nvPr/>
        </p:nvSpPr>
        <p:spPr>
          <a:xfrm>
            <a:off x="548640" y="7434706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39" name="Right Arrow 9">
            <a:extLst>
              <a:ext uri="{FF2B5EF4-FFF2-40B4-BE49-F238E27FC236}">
                <a16:creationId xmlns:a16="http://schemas.microsoft.com/office/drawing/2014/main" id="{E72D93DB-6947-D2D2-AE86-AD2453076F4F}"/>
              </a:ext>
            </a:extLst>
          </p:cNvPr>
          <p:cNvSpPr/>
          <p:nvPr/>
        </p:nvSpPr>
        <p:spPr>
          <a:xfrm rot="5400000">
            <a:off x="1525108" y="7943954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5648D3C4-436F-FC4C-FBA8-1305AAF37BE6}"/>
              </a:ext>
            </a:extLst>
          </p:cNvPr>
          <p:cNvSpPr/>
          <p:nvPr/>
        </p:nvSpPr>
        <p:spPr>
          <a:xfrm>
            <a:off x="822960" y="839583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AFA02387-D24A-C064-801A-D94B9273425D}"/>
              </a:ext>
            </a:extLst>
          </p:cNvPr>
          <p:cNvSpPr txBox="1"/>
          <p:nvPr/>
        </p:nvSpPr>
        <p:spPr>
          <a:xfrm>
            <a:off x="868679" y="846593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9FB3C3A6-569E-0B49-130C-B1533F640972}"/>
              </a:ext>
            </a:extLst>
          </p:cNvPr>
          <p:cNvSpPr txBox="1"/>
          <p:nvPr/>
        </p:nvSpPr>
        <p:spPr>
          <a:xfrm>
            <a:off x="868679" y="881645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44" name="Rounded Rectangle 15">
            <a:extLst>
              <a:ext uri="{FF2B5EF4-FFF2-40B4-BE49-F238E27FC236}">
                <a16:creationId xmlns:a16="http://schemas.microsoft.com/office/drawing/2014/main" id="{510893DD-4151-8F14-A758-33E319A25356}"/>
              </a:ext>
            </a:extLst>
          </p:cNvPr>
          <p:cNvSpPr/>
          <p:nvPr/>
        </p:nvSpPr>
        <p:spPr>
          <a:xfrm>
            <a:off x="822960" y="943356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661CCC0A-B919-8298-6EF0-A74111E95B2A}"/>
              </a:ext>
            </a:extLst>
          </p:cNvPr>
          <p:cNvSpPr txBox="1"/>
          <p:nvPr/>
        </p:nvSpPr>
        <p:spPr>
          <a:xfrm>
            <a:off x="868680" y="950366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B7CF4B4A-4F63-BDEE-3AD7-7A2C4CD651FD}"/>
              </a:ext>
            </a:extLst>
          </p:cNvPr>
          <p:cNvSpPr txBox="1"/>
          <p:nvPr/>
        </p:nvSpPr>
        <p:spPr>
          <a:xfrm>
            <a:off x="868680" y="985418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A5ED3202-362E-4473-04A4-1BC34B5AD04F}"/>
              </a:ext>
            </a:extLst>
          </p:cNvPr>
          <p:cNvSpPr/>
          <p:nvPr/>
        </p:nvSpPr>
        <p:spPr>
          <a:xfrm>
            <a:off x="813817" y="1047128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C06ADCE1-AD51-F9A8-2B82-2E7D569B02D5}"/>
              </a:ext>
            </a:extLst>
          </p:cNvPr>
          <p:cNvSpPr txBox="1"/>
          <p:nvPr/>
        </p:nvSpPr>
        <p:spPr>
          <a:xfrm>
            <a:off x="859537" y="1054138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50" name="TextBox 22">
            <a:extLst>
              <a:ext uri="{FF2B5EF4-FFF2-40B4-BE49-F238E27FC236}">
                <a16:creationId xmlns:a16="http://schemas.microsoft.com/office/drawing/2014/main" id="{4CA47F9E-28BC-B680-F021-FAA0FA8A71D7}"/>
              </a:ext>
            </a:extLst>
          </p:cNvPr>
          <p:cNvSpPr txBox="1"/>
          <p:nvPr/>
        </p:nvSpPr>
        <p:spPr>
          <a:xfrm>
            <a:off x="859537" y="1089190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52" name="Rounded Rectangle 25">
            <a:extLst>
              <a:ext uri="{FF2B5EF4-FFF2-40B4-BE49-F238E27FC236}">
                <a16:creationId xmlns:a16="http://schemas.microsoft.com/office/drawing/2014/main" id="{A091B82E-9524-A670-DE9A-B25224CDA84E}"/>
              </a:ext>
            </a:extLst>
          </p:cNvPr>
          <p:cNvSpPr/>
          <p:nvPr/>
        </p:nvSpPr>
        <p:spPr>
          <a:xfrm>
            <a:off x="813817" y="1150901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BF6AF209-33E8-93DC-16FD-72D1861C50E6}"/>
              </a:ext>
            </a:extLst>
          </p:cNvPr>
          <p:cNvSpPr txBox="1"/>
          <p:nvPr/>
        </p:nvSpPr>
        <p:spPr>
          <a:xfrm>
            <a:off x="859537" y="1157911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FF1C3479-46C6-84D4-BDC1-CBDBEA30D9AD}"/>
              </a:ext>
            </a:extLst>
          </p:cNvPr>
          <p:cNvSpPr txBox="1"/>
          <p:nvPr/>
        </p:nvSpPr>
        <p:spPr>
          <a:xfrm>
            <a:off x="859537" y="1192963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53366500-8F62-1DB1-D22F-178F92D5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123" y="7487887"/>
            <a:ext cx="4197793" cy="4592386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CEF42CAD-9208-A30A-8B2D-8CA55D96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3123423" y="7753875"/>
            <a:ext cx="4919837" cy="4060410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1CE1AA63-F900-93A6-A74D-BB9B4B78C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646" y="7288842"/>
            <a:ext cx="6790476" cy="4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14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B81A-E4BD-F45D-7F64-CC808338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4CCDD7-E721-3E4C-49F2-6577E8783086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EA5B6-5EDC-522D-5B1C-7B39B8EB4B65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55F3D-F032-2749-FAFA-D99FD89D4F3C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942ED8-E77A-0BFD-65D5-009F116F3F11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9F9BA-CC41-ECEE-D364-07A2EB2C904D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91336-D44C-ED6F-C754-70EA141141F4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B09B9F-AE09-90D8-BBE3-C0D7E0EFEA09}"/>
              </a:ext>
            </a:extLst>
          </p:cNvPr>
          <p:cNvSpPr/>
          <p:nvPr/>
        </p:nvSpPr>
        <p:spPr>
          <a:xfrm>
            <a:off x="292238" y="1325880"/>
            <a:ext cx="3474720" cy="26220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2293F-C005-5F0C-45FF-80A706C10FE6}"/>
              </a:ext>
            </a:extLst>
          </p:cNvPr>
          <p:cNvSpPr txBox="1"/>
          <p:nvPr/>
        </p:nvSpPr>
        <p:spPr>
          <a:xfrm>
            <a:off x="383678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65352-38A0-378F-64FF-D83B35824FB4}"/>
              </a:ext>
            </a:extLst>
          </p:cNvPr>
          <p:cNvSpPr txBox="1"/>
          <p:nvPr/>
        </p:nvSpPr>
        <p:spPr>
          <a:xfrm>
            <a:off x="383678" y="2240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63099A-E8E7-D471-49D4-EE41E8EFEC42}"/>
              </a:ext>
            </a:extLst>
          </p:cNvPr>
          <p:cNvSpPr/>
          <p:nvPr/>
        </p:nvSpPr>
        <p:spPr>
          <a:xfrm>
            <a:off x="840878" y="2880360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4EA97-0535-3C79-51E4-67E62F790547}"/>
              </a:ext>
            </a:extLst>
          </p:cNvPr>
          <p:cNvSpPr txBox="1"/>
          <p:nvPr/>
        </p:nvSpPr>
        <p:spPr>
          <a:xfrm>
            <a:off x="475118" y="3063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FD9456-30F3-6648-36E1-66FA9FA252CC}"/>
              </a:ext>
            </a:extLst>
          </p:cNvPr>
          <p:cNvSpPr/>
          <p:nvPr/>
        </p:nvSpPr>
        <p:spPr>
          <a:xfrm>
            <a:off x="292238" y="4293471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229433-CB5C-715D-1447-46998785C24E}"/>
              </a:ext>
            </a:extLst>
          </p:cNvPr>
          <p:cNvSpPr/>
          <p:nvPr/>
        </p:nvSpPr>
        <p:spPr>
          <a:xfrm>
            <a:off x="292238" y="5445036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323416-4E26-FD50-DA88-A5E5E925F070}"/>
              </a:ext>
            </a:extLst>
          </p:cNvPr>
          <p:cNvSpPr txBox="1"/>
          <p:nvPr/>
        </p:nvSpPr>
        <p:spPr>
          <a:xfrm>
            <a:off x="383678" y="5411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8C840B-3A64-C691-4D98-9EE5924CB02A}"/>
              </a:ext>
            </a:extLst>
          </p:cNvPr>
          <p:cNvSpPr/>
          <p:nvPr/>
        </p:nvSpPr>
        <p:spPr>
          <a:xfrm>
            <a:off x="840878" y="623026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0E93BB-FB69-6DC9-6684-41E4B0BF659D}"/>
              </a:ext>
            </a:extLst>
          </p:cNvPr>
          <p:cNvSpPr txBox="1"/>
          <p:nvPr/>
        </p:nvSpPr>
        <p:spPr>
          <a:xfrm rot="5400000">
            <a:off x="1883047" y="39728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95E8323-6CAA-8169-0102-19E4566F4747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84CAF-947C-E54E-1BB8-A7D559521FA6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4717B2-9E77-42E0-7586-DB0ED9EC50F1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E9AB53E-696A-5040-F38B-66897F8AB71E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3918C0-894F-D041-D4E1-563B58231635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70E23-3A42-5B0D-9AC7-69E89C216A1A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77FF8DE-531E-D0AF-186F-6B0F8A40DFD0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2D70C-B249-BB2D-9979-CF1AF00C361E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D61E24-479C-914E-0747-A538B0701EB5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EBA09287-91FE-7D99-CDFD-EF166B45342D}"/>
              </a:ext>
            </a:extLst>
          </p:cNvPr>
          <p:cNvSpPr txBox="1"/>
          <p:nvPr/>
        </p:nvSpPr>
        <p:spPr>
          <a:xfrm rot="5400000">
            <a:off x="1883047" y="523056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3104F703-B81C-9099-2FBE-A40F5A78AA5E}"/>
              </a:ext>
            </a:extLst>
          </p:cNvPr>
          <p:cNvSpPr txBox="1"/>
          <p:nvPr/>
        </p:nvSpPr>
        <p:spPr>
          <a:xfrm>
            <a:off x="442006" y="6097408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彙整所有資訊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46" name="TextBox 19">
            <a:extLst>
              <a:ext uri="{FF2B5EF4-FFF2-40B4-BE49-F238E27FC236}">
                <a16:creationId xmlns:a16="http://schemas.microsoft.com/office/drawing/2014/main" id="{1B1301DB-A07F-008D-7AA9-CCACAA18871C}"/>
              </a:ext>
            </a:extLst>
          </p:cNvPr>
          <p:cNvSpPr txBox="1"/>
          <p:nvPr/>
        </p:nvSpPr>
        <p:spPr>
          <a:xfrm>
            <a:off x="350566" y="6190117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100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5249C2-7AFB-5771-D739-6E90B08422FD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0F6332B5-7B9F-4EF3-82CE-720677FD0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646" y="1249680"/>
            <a:ext cx="6790476" cy="4990476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3ACD81C4-1C79-307A-E857-2F5BE54A1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435"/>
          <a:stretch>
            <a:fillRect/>
          </a:stretch>
        </p:blipFill>
        <p:spPr>
          <a:xfrm>
            <a:off x="4388724" y="7440930"/>
            <a:ext cx="7063203" cy="39238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C52173-37CD-2401-DF67-86BD894D5169}"/>
              </a:ext>
            </a:extLst>
          </p:cNvPr>
          <p:cNvSpPr txBox="1"/>
          <p:nvPr/>
        </p:nvSpPr>
        <p:spPr>
          <a:xfrm>
            <a:off x="383678" y="424412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61A5CA-F737-4975-22ED-513047B8FD8B}"/>
              </a:ext>
            </a:extLst>
          </p:cNvPr>
          <p:cNvSpPr/>
          <p:nvPr/>
        </p:nvSpPr>
        <p:spPr>
          <a:xfrm>
            <a:off x="840878" y="5078697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28F66B00-F9C5-528A-5406-27955A582F9C}"/>
              </a:ext>
            </a:extLst>
          </p:cNvPr>
          <p:cNvSpPr txBox="1"/>
          <p:nvPr/>
        </p:nvSpPr>
        <p:spPr>
          <a:xfrm>
            <a:off x="416589" y="492698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精準定位座標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2EAA75B3-1941-8897-BB11-15ACC928709A}"/>
              </a:ext>
            </a:extLst>
          </p:cNvPr>
          <p:cNvSpPr txBox="1"/>
          <p:nvPr/>
        </p:nvSpPr>
        <p:spPr>
          <a:xfrm>
            <a:off x="325149" y="5035942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100" dirty="0">
                <a:solidFill>
                  <a:srgbClr val="E27026"/>
                </a:solidFill>
              </a:rPr>
              <a:t>定位專家</a:t>
            </a:r>
          </a:p>
        </p:txBody>
      </p:sp>
    </p:spTree>
    <p:extLst>
      <p:ext uri="{BB962C8B-B14F-4D97-AF65-F5344CB8AC3E}">
        <p14:creationId xmlns:p14="http://schemas.microsoft.com/office/powerpoint/2010/main" val="285699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34CF-AF8B-9394-F323-A8E0EC10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B73C9-88C9-F896-9186-4905C976643B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7C65D-32F6-E3E9-994F-1A8A07F3C3FA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87502-105E-948E-0127-C6182F96AC1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4B8BE0-6455-B32A-A948-E732447447DD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AC99D-59A7-A81B-EDEB-58B4D1063259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8BDDF-9D76-486E-EEBB-C0900A997B6D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4775B2-E063-BFEB-82AE-B8B4A2490043}"/>
              </a:ext>
            </a:extLst>
          </p:cNvPr>
          <p:cNvSpPr/>
          <p:nvPr/>
        </p:nvSpPr>
        <p:spPr>
          <a:xfrm>
            <a:off x="292238" y="1325880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F569A-C770-0AB3-1583-5FDAE9BC59DE}"/>
              </a:ext>
            </a:extLst>
          </p:cNvPr>
          <p:cNvSpPr txBox="1"/>
          <p:nvPr/>
        </p:nvSpPr>
        <p:spPr>
          <a:xfrm>
            <a:off x="383678" y="1313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A9088-68AC-5FC9-9371-A1691C7AAE29}"/>
              </a:ext>
            </a:extLst>
          </p:cNvPr>
          <p:cNvSpPr/>
          <p:nvPr/>
        </p:nvSpPr>
        <p:spPr>
          <a:xfrm>
            <a:off x="840878" y="2090928"/>
            <a:ext cx="2377440" cy="45720"/>
          </a:xfrm>
          <a:prstGeom prst="rect">
            <a:avLst/>
          </a:prstGeom>
          <a:solidFill>
            <a:srgbClr val="4472C4"/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6B7AC-F800-AE15-0D12-AED47D4B94BF}"/>
              </a:ext>
            </a:extLst>
          </p:cNvPr>
          <p:cNvSpPr txBox="1"/>
          <p:nvPr/>
        </p:nvSpPr>
        <p:spPr>
          <a:xfrm>
            <a:off x="442006" y="2038584"/>
            <a:ext cx="3108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200" dirty="0">
                <a:solidFill>
                  <a:srgbClr val="555555"/>
                </a:solidFill>
              </a:rPr>
              <a:t>判讀圖紙、辨識構件</a:t>
            </a:r>
            <a:br>
              <a:rPr sz="200" dirty="0"/>
            </a:br>
            <a:r>
              <a:rPr lang="zh-TW" sz="200" dirty="0">
                <a:solidFill>
                  <a:srgbClr val="555555"/>
                </a:solidFill>
              </a:rPr>
              <a:t>理解設計</a:t>
            </a:r>
            <a:r>
              <a:rPr lang="zh-TW" sz="100" dirty="0">
                <a:solidFill>
                  <a:srgbClr val="555555"/>
                </a:solidFill>
              </a:rPr>
              <a:t>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733664-FADA-D5AD-750A-A18F3D502210}"/>
              </a:ext>
            </a:extLst>
          </p:cNvPr>
          <p:cNvSpPr/>
          <p:nvPr/>
        </p:nvSpPr>
        <p:spPr>
          <a:xfrm>
            <a:off x="292238" y="2562207"/>
            <a:ext cx="3474720" cy="2620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4DFEB-47B5-628D-D402-89FD0A1E4571}"/>
              </a:ext>
            </a:extLst>
          </p:cNvPr>
          <p:cNvSpPr txBox="1"/>
          <p:nvPr/>
        </p:nvSpPr>
        <p:spPr>
          <a:xfrm>
            <a:off x="383678" y="265916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87AFD-958A-D015-B09A-DCCE1406CA90}"/>
              </a:ext>
            </a:extLst>
          </p:cNvPr>
          <p:cNvSpPr/>
          <p:nvPr/>
        </p:nvSpPr>
        <p:spPr>
          <a:xfrm>
            <a:off x="840878" y="4091145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337D36-EEF3-C522-6378-0D3C288316DA}"/>
              </a:ext>
            </a:extLst>
          </p:cNvPr>
          <p:cNvSpPr/>
          <p:nvPr/>
        </p:nvSpPr>
        <p:spPr>
          <a:xfrm>
            <a:off x="292238" y="5445036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CB8B1-FD9D-BAD1-9E54-45C41B965AFA}"/>
              </a:ext>
            </a:extLst>
          </p:cNvPr>
          <p:cNvSpPr txBox="1"/>
          <p:nvPr/>
        </p:nvSpPr>
        <p:spPr>
          <a:xfrm>
            <a:off x="383678" y="5411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A174AD-C5C2-C932-50C7-A1CF1B4E965C}"/>
              </a:ext>
            </a:extLst>
          </p:cNvPr>
          <p:cNvSpPr/>
          <p:nvPr/>
        </p:nvSpPr>
        <p:spPr>
          <a:xfrm>
            <a:off x="840878" y="623026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5A4487-D4E1-5294-E301-A986F4F0739C}"/>
              </a:ext>
            </a:extLst>
          </p:cNvPr>
          <p:cNvSpPr txBox="1"/>
          <p:nvPr/>
        </p:nvSpPr>
        <p:spPr>
          <a:xfrm rot="5400000">
            <a:off x="1925349" y="225455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D59654E-9272-E653-974E-032802555FFB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3737EE-4E28-5FFF-8786-1AC4D21DEEAF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676ED5-DD78-8E90-3C55-204EF36C18E0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303DE75-A0A3-027F-51CA-0B6D4675F946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108431-E966-FED0-2CF0-B3A7784A9DA4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6B3F29-6243-EF67-E8A2-46553592CAC3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A92AFB3-1F3D-3ED6-6C04-D842FCF48EB8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AE73AF-477B-1E52-BD63-AB6589FBC7F6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CBBA0-D983-0EAF-40CE-76816FF380C5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5FA9E6-310A-75F2-06D7-54FB3A65B75E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5044A1EB-D32F-19F0-EAEA-A64CDB636BE7}"/>
              </a:ext>
            </a:extLst>
          </p:cNvPr>
          <p:cNvSpPr txBox="1"/>
          <p:nvPr/>
        </p:nvSpPr>
        <p:spPr>
          <a:xfrm rot="5400000">
            <a:off x="1883047" y="523056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C09C126C-6A5C-6015-C6BA-E32F3EBA4745}"/>
              </a:ext>
            </a:extLst>
          </p:cNvPr>
          <p:cNvSpPr txBox="1"/>
          <p:nvPr/>
        </p:nvSpPr>
        <p:spPr>
          <a:xfrm>
            <a:off x="475118" y="4257248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700" dirty="0">
                <a:solidFill>
                  <a:srgbClr val="555555"/>
                </a:solidFill>
              </a:rPr>
              <a:t>精準定位座標</a:t>
            </a:r>
            <a:br>
              <a:rPr sz="1700" dirty="0"/>
            </a:br>
            <a:r>
              <a:rPr lang="zh-TW" sz="17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8EAC5DDD-0B67-1B45-1EAF-EAB04C07F243}"/>
              </a:ext>
            </a:extLst>
          </p:cNvPr>
          <p:cNvSpPr txBox="1"/>
          <p:nvPr/>
        </p:nvSpPr>
        <p:spPr>
          <a:xfrm>
            <a:off x="467960" y="6094809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彙整所有資訊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5B0C9-4DB8-D4D0-FC14-AB1C8FD54C19}"/>
              </a:ext>
            </a:extLst>
          </p:cNvPr>
          <p:cNvSpPr txBox="1"/>
          <p:nvPr/>
        </p:nvSpPr>
        <p:spPr>
          <a:xfrm>
            <a:off x="325149" y="3549096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2600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C0A07AF6-C284-0A0A-8A7E-3F2F11CBFA88}"/>
              </a:ext>
            </a:extLst>
          </p:cNvPr>
          <p:cNvSpPr txBox="1"/>
          <p:nvPr/>
        </p:nvSpPr>
        <p:spPr>
          <a:xfrm>
            <a:off x="471539" y="6197677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100" dirty="0">
                <a:solidFill>
                  <a:srgbClr val="70AD47"/>
                </a:solidFill>
              </a:rPr>
              <a:t>整合專家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68DEB94E-B53D-6AD6-9D6D-08783EB2A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358" y="1249680"/>
            <a:ext cx="6790476" cy="4990476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B3CCE95A-2DA7-5040-2E96-45502D3F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435"/>
          <a:stretch>
            <a:fillRect/>
          </a:stretch>
        </p:blipFill>
        <p:spPr>
          <a:xfrm>
            <a:off x="4388724" y="1608311"/>
            <a:ext cx="7063203" cy="3923809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0E366E30-46A8-9234-8339-9C4A425B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882"/>
          <a:stretch>
            <a:fillRect/>
          </a:stretch>
        </p:blipFill>
        <p:spPr>
          <a:xfrm>
            <a:off x="4348509" y="7868141"/>
            <a:ext cx="7368373" cy="3961905"/>
          </a:xfrm>
          <a:prstGeom prst="rect">
            <a:avLst/>
          </a:prstGeom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C5EBE97A-C768-3A5A-A436-69EE1FC83066}"/>
              </a:ext>
            </a:extLst>
          </p:cNvPr>
          <p:cNvSpPr txBox="1"/>
          <p:nvPr/>
        </p:nvSpPr>
        <p:spPr>
          <a:xfrm>
            <a:off x="383678" y="2078355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sz="100" dirty="0">
                <a:solidFill>
                  <a:srgbClr val="4472C4"/>
                </a:solidFill>
              </a:rPr>
              <a:t>讀圖專家</a:t>
            </a:r>
          </a:p>
        </p:txBody>
      </p:sp>
    </p:spTree>
    <p:extLst>
      <p:ext uri="{BB962C8B-B14F-4D97-AF65-F5344CB8AC3E}">
        <p14:creationId xmlns:p14="http://schemas.microsoft.com/office/powerpoint/2010/main" val="765972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9B2-BD53-ECF3-29F4-91C51799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CCAF1-DDB7-C654-B403-19953D548FA1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03674-8F0D-0F28-0AAE-0A6B87EE5717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5CF1C-653F-2551-62FB-8AC94422298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2B9CD8-3FF8-07E7-2A03-8B921200F9E5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C00D0-9D35-ED1A-E261-4C163CCCFE6D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59BD0-A00C-35B3-7ABB-268EDF9C1DAF}"/>
              </a:ext>
            </a:extLst>
          </p:cNvPr>
          <p:cNvSpPr txBox="1"/>
          <p:nvPr/>
        </p:nvSpPr>
        <p:spPr>
          <a:xfrm>
            <a:off x="10436352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B94F50-E08C-0E3E-CE1B-CB13236531BF}"/>
              </a:ext>
            </a:extLst>
          </p:cNvPr>
          <p:cNvSpPr/>
          <p:nvPr/>
        </p:nvSpPr>
        <p:spPr>
          <a:xfrm>
            <a:off x="292238" y="1325880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6A2F8-BB66-3A1C-DDC9-3551A41ABF5A}"/>
              </a:ext>
            </a:extLst>
          </p:cNvPr>
          <p:cNvSpPr txBox="1"/>
          <p:nvPr/>
        </p:nvSpPr>
        <p:spPr>
          <a:xfrm>
            <a:off x="383678" y="1313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6188D0-D46D-80C0-042F-4F2BAD5C8CD3}"/>
              </a:ext>
            </a:extLst>
          </p:cNvPr>
          <p:cNvSpPr/>
          <p:nvPr/>
        </p:nvSpPr>
        <p:spPr>
          <a:xfrm>
            <a:off x="840878" y="2090928"/>
            <a:ext cx="2377440" cy="45720"/>
          </a:xfrm>
          <a:prstGeom prst="rect">
            <a:avLst/>
          </a:prstGeom>
          <a:solidFill>
            <a:srgbClr val="4472C4"/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99760-E153-AF34-86BC-2A79232EC9F8}"/>
              </a:ext>
            </a:extLst>
          </p:cNvPr>
          <p:cNvSpPr txBox="1"/>
          <p:nvPr/>
        </p:nvSpPr>
        <p:spPr>
          <a:xfrm>
            <a:off x="442006" y="2038584"/>
            <a:ext cx="3108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200" dirty="0">
                <a:solidFill>
                  <a:srgbClr val="555555"/>
                </a:solidFill>
              </a:rPr>
              <a:t>判讀圖紙、辨識構件</a:t>
            </a:r>
            <a:br>
              <a:rPr sz="200" dirty="0"/>
            </a:br>
            <a:r>
              <a:rPr lang="zh-TW" sz="200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BF0FAD-17C3-439C-E91C-D878E5E094CA}"/>
              </a:ext>
            </a:extLst>
          </p:cNvPr>
          <p:cNvSpPr/>
          <p:nvPr/>
        </p:nvSpPr>
        <p:spPr>
          <a:xfrm>
            <a:off x="292238" y="2562207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01CF0-11C6-FBB8-38F2-DB5C8A54B0F0}"/>
              </a:ext>
            </a:extLst>
          </p:cNvPr>
          <p:cNvSpPr txBox="1"/>
          <p:nvPr/>
        </p:nvSpPr>
        <p:spPr>
          <a:xfrm>
            <a:off x="383678" y="25250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A9B7D-FBDE-C17D-04E7-FDBBD40DBA20}"/>
              </a:ext>
            </a:extLst>
          </p:cNvPr>
          <p:cNvSpPr/>
          <p:nvPr/>
        </p:nvSpPr>
        <p:spPr>
          <a:xfrm>
            <a:off x="840878" y="3359625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82B3FE-4320-16FD-8B23-3965D27EAD3C}"/>
              </a:ext>
            </a:extLst>
          </p:cNvPr>
          <p:cNvSpPr/>
          <p:nvPr/>
        </p:nvSpPr>
        <p:spPr>
          <a:xfrm>
            <a:off x="292238" y="3725964"/>
            <a:ext cx="3474720" cy="2620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0F9549-CC26-9721-D36A-610D8DB9D5DE}"/>
              </a:ext>
            </a:extLst>
          </p:cNvPr>
          <p:cNvSpPr txBox="1"/>
          <p:nvPr/>
        </p:nvSpPr>
        <p:spPr>
          <a:xfrm>
            <a:off x="383678" y="385082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3CE96D-39C5-269A-0C6D-0EB8C73040F1}"/>
              </a:ext>
            </a:extLst>
          </p:cNvPr>
          <p:cNvSpPr/>
          <p:nvPr/>
        </p:nvSpPr>
        <p:spPr>
          <a:xfrm>
            <a:off x="840878" y="5364630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25CDFB-0AAB-8704-331B-BB073E8B75D1}"/>
              </a:ext>
            </a:extLst>
          </p:cNvPr>
          <p:cNvSpPr txBox="1"/>
          <p:nvPr/>
        </p:nvSpPr>
        <p:spPr>
          <a:xfrm rot="5400000">
            <a:off x="1925349" y="225455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039EA91-648D-4218-9C71-62BA34C27A4E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772457-AFE6-DB37-7D98-C02088F338AE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7EEDD9-443D-D9DB-9B42-3F3CC477022A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D5A1038-4D77-74C1-F76A-EC6551F68202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42A9EC-A361-4BFA-7E98-37406DD7FCB4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CFCE6A-84D7-586C-2FD9-2F76EF6ACED4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6930022-1FCE-27D6-2771-CCE02B1C083D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29E57B-4656-75CC-A898-23E06CF7A717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B5CC8A-A3B7-A5AA-3A10-C501AC80DB98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0D0E7E-DEAA-923B-9074-CFDA6B69FA14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6B3C9526-1FD5-D104-CE37-A271CF21BECA}"/>
              </a:ext>
            </a:extLst>
          </p:cNvPr>
          <p:cNvSpPr txBox="1"/>
          <p:nvPr/>
        </p:nvSpPr>
        <p:spPr>
          <a:xfrm rot="5400000">
            <a:off x="1883047" y="347492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06D532D6-2C75-3FF0-D3E8-D64CD59C462A}"/>
              </a:ext>
            </a:extLst>
          </p:cNvPr>
          <p:cNvSpPr txBox="1"/>
          <p:nvPr/>
        </p:nvSpPr>
        <p:spPr>
          <a:xfrm>
            <a:off x="475118" y="3208449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精準定位座標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EB7673B-FD15-2FCD-5E97-18826C443F0A}"/>
              </a:ext>
            </a:extLst>
          </p:cNvPr>
          <p:cNvSpPr txBox="1"/>
          <p:nvPr/>
        </p:nvSpPr>
        <p:spPr>
          <a:xfrm>
            <a:off x="475118" y="5577974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700" dirty="0">
                <a:solidFill>
                  <a:srgbClr val="555555"/>
                </a:solidFill>
              </a:rPr>
              <a:t>彙整所有資訊</a:t>
            </a:r>
            <a:br>
              <a:rPr sz="1700" dirty="0"/>
            </a:br>
            <a:r>
              <a:rPr lang="zh-TW" sz="17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B9624-24F7-48BE-2552-F16FD4A10A23}"/>
              </a:ext>
            </a:extLst>
          </p:cNvPr>
          <p:cNvSpPr txBox="1"/>
          <p:nvPr/>
        </p:nvSpPr>
        <p:spPr>
          <a:xfrm>
            <a:off x="325149" y="3318040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100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348AB683-EE07-2E02-7938-AE926DC43C21}"/>
              </a:ext>
            </a:extLst>
          </p:cNvPr>
          <p:cNvSpPr txBox="1"/>
          <p:nvPr/>
        </p:nvSpPr>
        <p:spPr>
          <a:xfrm>
            <a:off x="383678" y="4717686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2600" dirty="0">
                <a:solidFill>
                  <a:srgbClr val="70AD47"/>
                </a:solidFill>
              </a:rPr>
              <a:t>整合專家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D152B72-736E-678F-65A1-DAFF6E28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82"/>
          <a:stretch>
            <a:fillRect/>
          </a:stretch>
        </p:blipFill>
        <p:spPr>
          <a:xfrm>
            <a:off x="4348509" y="1745011"/>
            <a:ext cx="7368373" cy="3961905"/>
          </a:xfrm>
          <a:prstGeom prst="rect">
            <a:avLst/>
          </a:prstGeom>
        </p:spPr>
      </p:pic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2DCD2AD3-5C8C-572C-61E9-E44307332C8D}"/>
              </a:ext>
            </a:extLst>
          </p:cNvPr>
          <p:cNvSpPr/>
          <p:nvPr/>
        </p:nvSpPr>
        <p:spPr>
          <a:xfrm>
            <a:off x="12820650" y="1280160"/>
            <a:ext cx="53035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35322457-8460-157A-CC27-39C53EF6B1CC}"/>
              </a:ext>
            </a:extLst>
          </p:cNvPr>
          <p:cNvSpPr txBox="1"/>
          <p:nvPr/>
        </p:nvSpPr>
        <p:spPr>
          <a:xfrm>
            <a:off x="1300353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F6F3B94A-E4E1-B1AB-AE56-C48E24FDEE75}"/>
              </a:ext>
            </a:extLst>
          </p:cNvPr>
          <p:cNvSpPr txBox="1"/>
          <p:nvPr/>
        </p:nvSpPr>
        <p:spPr>
          <a:xfrm>
            <a:off x="1318641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691D6AB4-9B7E-4FCA-85E5-F995DAB76D82}"/>
              </a:ext>
            </a:extLst>
          </p:cNvPr>
          <p:cNvSpPr txBox="1"/>
          <p:nvPr/>
        </p:nvSpPr>
        <p:spPr>
          <a:xfrm>
            <a:off x="1437513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50AA2615-C3C5-8E22-1D02-C2CBBE58F9B8}"/>
              </a:ext>
            </a:extLst>
          </p:cNvPr>
          <p:cNvSpPr txBox="1"/>
          <p:nvPr/>
        </p:nvSpPr>
        <p:spPr>
          <a:xfrm>
            <a:off x="1556385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E4D92A97-3DEC-2DD0-5C52-667150ECF087}"/>
              </a:ext>
            </a:extLst>
          </p:cNvPr>
          <p:cNvSpPr txBox="1"/>
          <p:nvPr/>
        </p:nvSpPr>
        <p:spPr>
          <a:xfrm>
            <a:off x="1675257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D</a:t>
            </a:r>
          </a:p>
        </p:txBody>
      </p:sp>
    </p:spTree>
    <p:extLst>
      <p:ext uri="{BB962C8B-B14F-4D97-AF65-F5344CB8AC3E}">
        <p14:creationId xmlns:p14="http://schemas.microsoft.com/office/powerpoint/2010/main" val="427677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技能模組 = 封裝好的專業知識</a:t>
            </a:r>
          </a:p>
          <a:p>
            <a:pPr algn="l">
              <a:spcAft>
                <a:spcPts val="760"/>
              </a:spcAft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Domain Knowledge，打包成可重複使用的模組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同一份專業知識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規則變了改一處</a:t>
            </a:r>
            <a:br/>
            <a:r>
              <a:rPr lang="zh-TW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 Agent 引用同一套知識</a:t>
            </a:r>
            <a:br/>
            <a:r>
              <a:rPr lang="zh-TW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280160"/>
            <a:ext cx="53035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類比：專業教科書 / 參考手冊 — 每個工程師桌上都有一本，翻開就能查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4296FF5-A8D0-E750-F5A1-D48AE9B9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437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20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3505-AC65-9865-AADC-A45EDBD7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FD314-5143-68C8-0696-166244E6FDD4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7C8A5-9A9E-103D-7E14-0DC5DF52CDE2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B292A-627C-338C-6436-5C23CE5E78CC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03EE47-C813-D20C-F6AD-6C61F4149D2C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571F0-F6B1-B4C3-043D-94A89919A3F8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26174-6A29-F527-7ACB-64A7AB73CA33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41A45-4B8C-EE2D-A9FF-0B6C5CFE16EF}"/>
              </a:ext>
            </a:extLst>
          </p:cNvPr>
          <p:cNvSpPr txBox="1"/>
          <p:nvPr/>
        </p:nvSpPr>
        <p:spPr>
          <a:xfrm>
            <a:off x="-4798423" y="1463040"/>
            <a:ext cx="493776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技能模組 = 封裝好的專業知識</a:t>
            </a:r>
          </a:p>
          <a:p>
            <a:pPr algn="l">
              <a:spcAft>
                <a:spcPts val="760"/>
              </a:spcAft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Domain Knowledge，打包成可重複使用的模組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B6B447-5B76-945F-F5A5-C29BF48118D2}"/>
              </a:ext>
            </a:extLst>
          </p:cNvPr>
          <p:cNvSpPr/>
          <p:nvPr/>
        </p:nvSpPr>
        <p:spPr>
          <a:xfrm>
            <a:off x="864326" y="2762513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461E6-8107-CC72-FBF8-DCFDAC8F6BCE}"/>
              </a:ext>
            </a:extLst>
          </p:cNvPr>
          <p:cNvSpPr txBox="1"/>
          <p:nvPr/>
        </p:nvSpPr>
        <p:spPr>
          <a:xfrm>
            <a:off x="1463766" y="2853953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22B9F-A815-B5EA-42A4-87F6627AB92F}"/>
              </a:ext>
            </a:extLst>
          </p:cNvPr>
          <p:cNvSpPr txBox="1"/>
          <p:nvPr/>
        </p:nvSpPr>
        <p:spPr>
          <a:xfrm>
            <a:off x="2103846" y="289967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9D9A5-C788-126D-6343-8F0D700AA810}"/>
              </a:ext>
            </a:extLst>
          </p:cNvPr>
          <p:cNvSpPr txBox="1"/>
          <p:nvPr/>
        </p:nvSpPr>
        <p:spPr>
          <a:xfrm>
            <a:off x="1047206" y="3434341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同一份專業知識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545553-ED93-3F51-0779-2E1CFD03B58B}"/>
              </a:ext>
            </a:extLst>
          </p:cNvPr>
          <p:cNvSpPr/>
          <p:nvPr/>
        </p:nvSpPr>
        <p:spPr>
          <a:xfrm>
            <a:off x="864326" y="3607277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2C665-66FA-CB38-8EB9-183002A8B68B}"/>
              </a:ext>
            </a:extLst>
          </p:cNvPr>
          <p:cNvSpPr txBox="1"/>
          <p:nvPr/>
        </p:nvSpPr>
        <p:spPr>
          <a:xfrm>
            <a:off x="1463766" y="369871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6217E-2241-0619-473D-AE23C1C81815}"/>
              </a:ext>
            </a:extLst>
          </p:cNvPr>
          <p:cNvSpPr txBox="1"/>
          <p:nvPr/>
        </p:nvSpPr>
        <p:spPr>
          <a:xfrm>
            <a:off x="2103846" y="374443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CBC0BA-8869-218C-3DF5-D737337936F1}"/>
              </a:ext>
            </a:extLst>
          </p:cNvPr>
          <p:cNvSpPr txBox="1"/>
          <p:nvPr/>
        </p:nvSpPr>
        <p:spPr>
          <a:xfrm>
            <a:off x="1047206" y="4279105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規則變了改一處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7B454A4-E962-2FAA-5E0B-103CDCAD52AE}"/>
              </a:ext>
            </a:extLst>
          </p:cNvPr>
          <p:cNvSpPr/>
          <p:nvPr/>
        </p:nvSpPr>
        <p:spPr>
          <a:xfrm>
            <a:off x="864326" y="4535432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4E8384-6674-4BA2-2E3D-5A742BB33D4B}"/>
              </a:ext>
            </a:extLst>
          </p:cNvPr>
          <p:cNvSpPr txBox="1"/>
          <p:nvPr/>
        </p:nvSpPr>
        <p:spPr>
          <a:xfrm>
            <a:off x="1623423" y="4626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731D6-1157-0524-72F5-2AAD4B03E2B2}"/>
              </a:ext>
            </a:extLst>
          </p:cNvPr>
          <p:cNvSpPr txBox="1"/>
          <p:nvPr/>
        </p:nvSpPr>
        <p:spPr>
          <a:xfrm>
            <a:off x="2263503" y="46725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90636-8C96-1CF3-9FF3-DBA533215FC5}"/>
              </a:ext>
            </a:extLst>
          </p:cNvPr>
          <p:cNvSpPr txBox="1"/>
          <p:nvPr/>
        </p:nvSpPr>
        <p:spPr>
          <a:xfrm>
            <a:off x="1047206" y="520726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所有 Agent 引用同一套知識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950B32E-650C-F6C0-9EB6-0DB8E67CC26A}"/>
              </a:ext>
            </a:extLst>
          </p:cNvPr>
          <p:cNvSpPr/>
          <p:nvPr/>
        </p:nvSpPr>
        <p:spPr>
          <a:xfrm>
            <a:off x="574039" y="1513045"/>
            <a:ext cx="4019007" cy="64515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B5F9D5-DE7B-4A4B-F662-7876053BA828}"/>
              </a:ext>
            </a:extLst>
          </p:cNvPr>
          <p:cNvSpPr txBox="1"/>
          <p:nvPr/>
        </p:nvSpPr>
        <p:spPr>
          <a:xfrm>
            <a:off x="63863" y="160701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D43D5-4E37-BB85-347F-A2DF232FC42B}"/>
              </a:ext>
            </a:extLst>
          </p:cNvPr>
          <p:cNvSpPr txBox="1"/>
          <p:nvPr/>
        </p:nvSpPr>
        <p:spPr>
          <a:xfrm>
            <a:off x="54631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FB73CF-51D0-377F-648F-82D44A68849D}"/>
              </a:ext>
            </a:extLst>
          </p:cNvPr>
          <p:cNvSpPr txBox="1"/>
          <p:nvPr/>
        </p:nvSpPr>
        <p:spPr>
          <a:xfrm>
            <a:off x="173503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5AFE9-19BE-6B72-19DF-89AF40B008E7}"/>
              </a:ext>
            </a:extLst>
          </p:cNvPr>
          <p:cNvSpPr txBox="1"/>
          <p:nvPr/>
        </p:nvSpPr>
        <p:spPr>
          <a:xfrm>
            <a:off x="292375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D28C7-C059-820A-F36D-9214E3A3236D}"/>
              </a:ext>
            </a:extLst>
          </p:cNvPr>
          <p:cNvSpPr txBox="1"/>
          <p:nvPr/>
        </p:nvSpPr>
        <p:spPr>
          <a:xfrm>
            <a:off x="3444822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88ABC8-20FF-3FEA-DF46-3982FA1008AA}"/>
              </a:ext>
            </a:extLst>
          </p:cNvPr>
          <p:cNvSpPr txBox="1"/>
          <p:nvPr/>
        </p:nvSpPr>
        <p:spPr>
          <a:xfrm>
            <a:off x="731520" y="743203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類比：專業教科書 / 參考手冊 — 每個工程師桌上都有一本，翻開就能查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0EE71D45-E6AE-E56E-333D-23286AA5E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15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27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5 層：AI 理解，程式執行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141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7713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負責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讀懂需求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理解自然語言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判讀圖紙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處理模糊資訊</a:t>
            </a:r>
            <a:endParaRPr dirty="0"/>
          </a:p>
        </p:txBody>
      </p:sp>
      <p:sp>
        <p:nvSpPr>
          <p:cNvPr id="11" name="Right Arrow 10"/>
          <p:cNvSpPr/>
          <p:nvPr/>
        </p:nvSpPr>
        <p:spPr>
          <a:xfrm>
            <a:off x="429768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37760" y="1828800"/>
            <a:ext cx="2286000" cy="27432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規格書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設定檔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結構化資料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JSON 格式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可版控追溯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79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程式負責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精準動作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數值計算零誤差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同輸入</a:t>
            </a:r>
            <a:r>
              <a:rPr dirty="0">
                <a:solidFill>
                  <a:srgbClr val="555555"/>
                </a:solidFill>
              </a:rPr>
              <a:t> = </a:t>
            </a:r>
            <a:r>
              <a:rPr dirty="0" err="1">
                <a:solidFill>
                  <a:srgbClr val="555555"/>
                </a:solidFill>
              </a:rPr>
              <a:t>同輸出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大量重複操作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確定性 = 同樣的輸入，永遠得到同樣的結果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類比：AI 是建築師，腳本是施工隊 — 建築師畫好圖，施工隊照圖施工，不會自己改設計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A6C6373F-D56D-2DE4-7C15-9EEE7E34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590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14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6 層：每次執行，自動品質檢查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每次執行完成後，自動跑品質檢測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082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112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122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數值正確性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78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所有參數、設定值是否正確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1810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095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9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完整性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75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該有的東西是否都有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1538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068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068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725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結果是否與規格書吻合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1266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404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04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不通過時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9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精確指出哪裡有問題，不是模糊的「有錯」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46304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品質檢測報告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031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數值正確性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參數值在合理範圍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設定值與規則一致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完整性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所有必要構件已建立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載重型態完整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一致性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結果與規格書吻合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命名規則正確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════ ALL PASSED ════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類比：出廠品管 — 每一件產品離開產線前都要過 QC，不合格不出貨</a:t>
            </a:r>
          </a:p>
        </p:txBody>
      </p:sp>
    </p:spTree>
    <p:extLst>
      <p:ext uri="{BB962C8B-B14F-4D97-AF65-F5344CB8AC3E}">
        <p14:creationId xmlns:p14="http://schemas.microsoft.com/office/powerpoint/2010/main" val="882465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各取所長 — AI 理解 + 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 ·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11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擅長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理解自然語言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判讀圖紙與文件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處理模糊、不完整的資訊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跨領域知識整合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程式擅長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精準執行指令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數值計算零誤差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同輸入 = 同輸出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毫秒級大量重複操作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865190"/>
            <a:ext cx="393192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495663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結構化設定檔（規格書）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50527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AI 產出 ←→ 程式讀取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743200" y="4754880"/>
            <a:ext cx="365760" cy="54864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產出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961120" y="4754880"/>
            <a:ext cx="365760" cy="548640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程式讀取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0480" y="5964165"/>
            <a:ext cx="705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核心原則：讓 AI 做 AI 擅長的事，讓程式做程式擅長的事</a:t>
            </a:r>
          </a:p>
        </p:txBody>
      </p:sp>
    </p:spTree>
    <p:extLst>
      <p:ext uri="{BB962C8B-B14F-4D97-AF65-F5344CB8AC3E}">
        <p14:creationId xmlns:p14="http://schemas.microsoft.com/office/powerpoint/2010/main" val="511877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一棟 20 層建築 → ETABS 建模需 </a:t>
            </a:r>
            <a:r>
              <a:rPr lang="en-US" altLang="zh-TW" dirty="0">
                <a:solidFill>
                  <a:srgbClr val="444444"/>
                </a:solidFill>
              </a:rPr>
              <a:t>1</a:t>
            </a:r>
            <a:r>
              <a:rPr lang="zh-TW" dirty="0">
                <a:solidFill>
                  <a:srgbClr val="444444"/>
                </a:solidFill>
              </a:rPr>
              <a:t>-</a:t>
            </a:r>
            <a:r>
              <a:rPr lang="en-US" altLang="zh-TW" dirty="0">
                <a:solidFill>
                  <a:srgbClr val="444444"/>
                </a:solidFill>
              </a:rPr>
              <a:t>2</a:t>
            </a:r>
            <a:r>
              <a:rPr lang="zh-TW" dirty="0">
                <a:solidFill>
                  <a:srgbClr val="444444"/>
                </a:solidFill>
              </a:rPr>
              <a:t> 天</a:t>
            </a: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讀圖→Grid→斷面→柱梁牆→配筋→載重→檢查，</a:t>
            </a:r>
            <a:endParaRPr lang="en-US" altLang="zh-TW" dirty="0">
              <a:solidFill>
                <a:srgbClr val="555555"/>
              </a:solidFill>
            </a:endParaRP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全程</a:t>
            </a:r>
            <a:r>
              <a:rPr lang="zh-TW" altLang="en-US" dirty="0">
                <a:solidFill>
                  <a:srgbClr val="555555"/>
                </a:solidFill>
              </a:rPr>
              <a:t>人工</a:t>
            </a:r>
            <a:r>
              <a:rPr lang="zh-TW" dirty="0">
                <a:solidFill>
                  <a:srgbClr val="555555"/>
                </a:solidFill>
              </a:rPr>
              <a:t>手動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解決方案：套用六層架構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58717"/>
            <a:ext cx="5120640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全程 </a:t>
            </a:r>
            <a:r>
              <a:rPr lang="zh-TW" altLang="en-US" dirty="0">
                <a:solidFill>
                  <a:srgbClr val="444444"/>
                </a:solidFill>
              </a:rPr>
              <a:t>約</a:t>
            </a:r>
            <a:r>
              <a:rPr lang="en-US" altLang="zh-TW" dirty="0">
                <a:solidFill>
                  <a:srgbClr val="444444"/>
                </a:solidFill>
              </a:rPr>
              <a:t>60</a:t>
            </a:r>
            <a:r>
              <a:rPr lang="zh-TW" dirty="0">
                <a:solidFill>
                  <a:srgbClr val="444444"/>
                </a:solidFill>
              </a:rPr>
              <a:t> 分鐘，</a:t>
            </a:r>
            <a:r>
              <a:rPr lang="zh-TW" altLang="en-US" dirty="0">
                <a:solidFill>
                  <a:srgbClr val="444444"/>
                </a:solidFill>
              </a:rPr>
              <a:t>極少人為介入</a:t>
            </a:r>
            <a:endParaRPr lang="en-US" altLang="zh-TW" dirty="0">
              <a:solidFill>
                <a:srgbClr val="444444"/>
              </a:solidFill>
            </a:endParaRPr>
          </a:p>
          <a:p>
            <a:pPr algn="l">
              <a:spcAft>
                <a:spcPts val="699"/>
              </a:spcAft>
              <a:defRPr sz="17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讀圖理解 + 確定性程式碼建模 + 自動驗證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讀圖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判讀結構圖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29833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FFC000"/>
                </a:solidFill>
              </a:rPr>
              <a:t>15</a:t>
            </a: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20</a:t>
            </a:r>
            <a:r>
              <a:rPr lang="zh-TW" dirty="0">
                <a:solidFill>
                  <a:srgbClr val="FFC000"/>
                </a:solidFill>
              </a:rPr>
              <a:t> 分鐘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生成規格書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FFC000"/>
                </a:solidFill>
              </a:rPr>
              <a:t>10</a:t>
            </a: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15</a:t>
            </a:r>
            <a:r>
              <a:rPr lang="zh-TW" altLang="en-US" dirty="0">
                <a:solidFill>
                  <a:srgbClr val="FFC000"/>
                </a:solidFill>
              </a:rPr>
              <a:t> </a:t>
            </a:r>
            <a:r>
              <a:rPr lang="zh-TW" dirty="0">
                <a:solidFill>
                  <a:srgbClr val="FFC000"/>
                </a:solidFill>
              </a:rPr>
              <a:t>分鐘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0100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98205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8205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11 步確定性執行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8205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30</a:t>
            </a:r>
            <a:r>
              <a:rPr lang="zh-TW" dirty="0">
                <a:solidFill>
                  <a:srgbClr val="FFC000"/>
                </a:solidFill>
              </a:rPr>
              <a:t> 分鐘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2F388E0C-B140-E705-FE66-BF6AF628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047" y="1314714"/>
            <a:ext cx="2361905" cy="4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35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F7FB-0320-0AAB-929F-DE23A005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B7D2F0-853C-18AB-E2AA-BA25C227F058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F5EBB-A118-A5FB-6887-52A08DC1D238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C4788-68B9-3E97-8DDB-3386CA82DC0F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7B4F9-F3C8-42CA-E13F-BC8D5BACBACA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C50F261C-9C3E-2CBE-B99C-F02B8D3F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500" y="2503351"/>
            <a:ext cx="7586999" cy="356870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E1F60195-6D3F-145E-3EF0-01AA3CBA7153}"/>
              </a:ext>
            </a:extLst>
          </p:cNvPr>
          <p:cNvSpPr/>
          <p:nvPr/>
        </p:nvSpPr>
        <p:spPr>
          <a:xfrm>
            <a:off x="6832600" y="2440867"/>
            <a:ext cx="1625600" cy="5196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F32E9B6A-163F-22F7-2EF5-7BFD3956E742}"/>
              </a:ext>
            </a:extLst>
          </p:cNvPr>
          <p:cNvSpPr/>
          <p:nvPr/>
        </p:nvSpPr>
        <p:spPr>
          <a:xfrm>
            <a:off x="3581399" y="1278636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設定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快捷鍵，將指令格式化，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讓</a:t>
            </a:r>
            <a:r>
              <a:rPr lang="en-US" altLang="zh-TW" sz="2000" dirty="0">
                <a:solidFill>
                  <a:schemeClr val="tx1"/>
                </a:solidFill>
              </a:rPr>
              <a:t>AI</a:t>
            </a:r>
            <a:r>
              <a:rPr lang="zh-TW" altLang="en-US" sz="2000" dirty="0">
                <a:solidFill>
                  <a:schemeClr val="tx1"/>
                </a:solidFill>
              </a:rPr>
              <a:t>快速進入工作框架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3F6831-4DAF-8D6B-C60D-ABFD56228278}"/>
              </a:ext>
            </a:extLst>
          </p:cNvPr>
          <p:cNvSpPr/>
          <p:nvPr/>
        </p:nvSpPr>
        <p:spPr>
          <a:xfrm>
            <a:off x="6571488" y="3693595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2A8DED-F386-79EF-D169-0F29FD949D5D}"/>
              </a:ext>
            </a:extLst>
          </p:cNvPr>
          <p:cNvSpPr/>
          <p:nvPr/>
        </p:nvSpPr>
        <p:spPr>
          <a:xfrm>
            <a:off x="3154679" y="2523163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742C8-CB31-9018-7A58-2DF701A1A362}"/>
              </a:ext>
            </a:extLst>
          </p:cNvPr>
          <p:cNvSpPr/>
          <p:nvPr/>
        </p:nvSpPr>
        <p:spPr>
          <a:xfrm>
            <a:off x="3658107" y="4201087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25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7A98-0B69-34C8-B624-0470259A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DEBE8-10B0-A43A-C55F-1C20447D22FD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B0756-9E12-7CAC-609E-C84CCE2F4E45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9F6CF-77CE-5E39-DCC7-7615F331926A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B7CCA-AEBC-52A5-AE6C-98FB30B25CF6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12FB9A1-6C4C-BC5A-452A-C83610C2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2609520"/>
            <a:ext cx="4241800" cy="415704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6D87C0E-277C-4640-3DF0-37AFC4A5FA9D}"/>
              </a:ext>
            </a:extLst>
          </p:cNvPr>
          <p:cNvSpPr/>
          <p:nvPr/>
        </p:nvSpPr>
        <p:spPr>
          <a:xfrm>
            <a:off x="838200" y="3886200"/>
            <a:ext cx="3898900" cy="2705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84516336-5EA0-7AD1-F284-CB8B238947BD}"/>
              </a:ext>
            </a:extLst>
          </p:cNvPr>
          <p:cNvSpPr/>
          <p:nvPr/>
        </p:nvSpPr>
        <p:spPr>
          <a:xfrm>
            <a:off x="548640" y="1431334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從快捷指令呼叫</a:t>
            </a:r>
            <a:r>
              <a:rPr lang="en-US" altLang="zh-TW" sz="2000" dirty="0">
                <a:solidFill>
                  <a:schemeClr val="tx1"/>
                </a:solidFill>
              </a:rPr>
              <a:t>agents</a:t>
            </a: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成立</a:t>
            </a:r>
            <a:r>
              <a:rPr lang="en-US" altLang="zh-TW" sz="2000" dirty="0">
                <a:solidFill>
                  <a:schemeClr val="tx1"/>
                </a:solidFill>
              </a:rPr>
              <a:t>agent team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0DE8040-C8A6-8D24-01FE-9D67EDDB2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43" y="3454970"/>
            <a:ext cx="4696057" cy="1325500"/>
          </a:xfrm>
          <a:prstGeom prst="rect">
            <a:avLst/>
          </a:prstGeom>
        </p:spPr>
      </p:pic>
      <p:sp>
        <p:nvSpPr>
          <p:cNvPr id="12" name="Right Arrow 15">
            <a:extLst>
              <a:ext uri="{FF2B5EF4-FFF2-40B4-BE49-F238E27FC236}">
                <a16:creationId xmlns:a16="http://schemas.microsoft.com/office/drawing/2014/main" id="{D843F109-EB30-F7BC-2104-9346B379A4F5}"/>
              </a:ext>
            </a:extLst>
          </p:cNvPr>
          <p:cNvSpPr/>
          <p:nvPr/>
        </p:nvSpPr>
        <p:spPr>
          <a:xfrm>
            <a:off x="5814261" y="41177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0C27ABC9-B37E-FE4A-D165-03042095354D}"/>
              </a:ext>
            </a:extLst>
          </p:cNvPr>
          <p:cNvSpPr/>
          <p:nvPr/>
        </p:nvSpPr>
        <p:spPr>
          <a:xfrm>
            <a:off x="6491171" y="1431334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可以監督各</a:t>
            </a:r>
            <a:r>
              <a:rPr lang="en-US" altLang="zh-TW" sz="2000" dirty="0">
                <a:solidFill>
                  <a:schemeClr val="tx1"/>
                </a:solidFill>
              </a:rPr>
              <a:t>agent</a:t>
            </a:r>
            <a:r>
              <a:rPr lang="zh-TW" altLang="en-US" sz="2000" dirty="0">
                <a:solidFill>
                  <a:schemeClr val="tx1"/>
                </a:solidFill>
              </a:rPr>
              <a:t>工作執行階段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狀況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47149-C557-3BC1-FA03-310243DB23E8}"/>
              </a:ext>
            </a:extLst>
          </p:cNvPr>
          <p:cNvSpPr/>
          <p:nvPr/>
        </p:nvSpPr>
        <p:spPr>
          <a:xfrm>
            <a:off x="4737100" y="3575237"/>
            <a:ext cx="287528" cy="176717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63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5BF8-EC98-904A-FA8F-43F911FC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55EF4-3A5D-2B0C-247D-E29670D8BD41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69BC6-A154-0C2E-4D44-7E16D8FE20C1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DF1C0-1C54-A36E-3DF1-DD450150ECD9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E9C57-D40D-5BB8-1F48-D8F603E9AA76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16156378-7560-AC32-FD75-0B7E54208468}"/>
              </a:ext>
            </a:extLst>
          </p:cNvPr>
          <p:cNvSpPr/>
          <p:nvPr/>
        </p:nvSpPr>
        <p:spPr>
          <a:xfrm>
            <a:off x="3581400" y="1234440"/>
            <a:ext cx="5029200" cy="89916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簡單案例成果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大梁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柱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牆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E5F6237-F366-11C6-E56A-4EF224EC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258" y="2191417"/>
            <a:ext cx="5750201" cy="396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6202EFC-AC9B-419E-4EFF-8B6D9B53C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73589"/>
            <a:ext cx="4122911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89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真實專案成果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263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7026"/>
                </a:solidFill>
                <a:latin typeface="Microsoft JhengHei"/>
              </a:defRPr>
            </a:pPr>
            <a:r>
              <a:rPr lang="zh-TW" altLang="en-US" dirty="0">
                <a:solidFill>
                  <a:srgbClr val="E27026"/>
                </a:solidFill>
              </a:rPr>
              <a:t>範例模型</a:t>
            </a:r>
            <a:endParaRPr lang="zh-TW" dirty="0">
              <a:solidFill>
                <a:srgbClr val="E2702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46216"/>
            <a:ext cx="5486400" cy="38691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290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規模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29096"/>
            <a:ext cx="3291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444444"/>
                </a:solidFill>
              </a:rPr>
              <a:t>14F/B3F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6691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691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X: 5 軸  /  Y: 5 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09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斷面種類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092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15+ 種（柱/梁/小梁/牆梁/基礎梁）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4933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混凝土強度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49335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C280–C490（分層配置）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894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建模時間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8941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~ 15 分鐘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294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品質驗證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2294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9/9 自動測試全數通過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114696"/>
            <a:ext cx="5029200" cy="46006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2669176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[ ETABS 3D 模型截圖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9213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請替換為實際模型渲染圖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34745"/>
            <a:ext cx="10698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Demo：拿到圖紙 </a:t>
            </a:r>
            <a:r>
              <a:rPr lang="zh-TW" altLang="zh-TW" dirty="0">
                <a:solidFill>
                  <a:srgbClr val="4472C4"/>
                </a:solidFill>
              </a:rPr>
              <a:t>→ </a:t>
            </a:r>
            <a:r>
              <a:rPr lang="zh-TW" altLang="en-US" dirty="0">
                <a:solidFill>
                  <a:srgbClr val="4472C4"/>
                </a:solidFill>
              </a:rPr>
              <a:t>畫上結構配置</a:t>
            </a:r>
            <a:r>
              <a:rPr lang="zh-TW" dirty="0">
                <a:solidFill>
                  <a:srgbClr val="4472C4"/>
                </a:solidFill>
              </a:rPr>
              <a:t>→ 一鍵啟動 → AI 讀圖 → 生成規格書 → 自動建模 → 驗證通過 → 完成</a:t>
            </a:r>
          </a:p>
        </p:txBody>
      </p:sp>
    </p:spTree>
    <p:extLst>
      <p:ext uri="{BB962C8B-B14F-4D97-AF65-F5344CB8AC3E}">
        <p14:creationId xmlns:p14="http://schemas.microsoft.com/office/powerpoint/2010/main" val="1957171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數字會說話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8300" y="6419215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" y="1270000"/>
            <a:ext cx="11099800" cy="5588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3100" y="1320800"/>
            <a:ext cx="254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0100" y="1320800"/>
            <a:ext cx="368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🔴 傳統方式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100" y="1320800"/>
            <a:ext cx="4749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🟢 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100" y="182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100" y="193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建模時間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100" y="1930400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ED7D31"/>
                </a:solidFill>
              </a:rPr>
              <a:t>1</a:t>
            </a:r>
            <a:r>
              <a:rPr lang="zh-TW" dirty="0">
                <a:solidFill>
                  <a:srgbClr val="ED7D31"/>
                </a:solidFill>
              </a:rPr>
              <a:t>–</a:t>
            </a:r>
            <a:r>
              <a:rPr lang="en-US" altLang="zh-TW" dirty="0">
                <a:solidFill>
                  <a:srgbClr val="ED7D31"/>
                </a:solidFill>
              </a:rPr>
              <a:t>2</a:t>
            </a:r>
            <a:r>
              <a:rPr lang="zh-TW" dirty="0">
                <a:solidFill>
                  <a:srgbClr val="ED7D31"/>
                </a:solidFill>
              </a:rPr>
              <a:t>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100" y="1930400"/>
            <a:ext cx="474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70AD47"/>
                </a:solidFill>
              </a:rPr>
              <a:t>60</a:t>
            </a:r>
            <a:r>
              <a:rPr lang="zh-TW" dirty="0">
                <a:solidFill>
                  <a:srgbClr val="70AD47"/>
                </a:solidFill>
              </a:rPr>
              <a:t>分鐘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" y="246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100" y="256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人工介入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0100" y="256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全程手動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100" y="2565400"/>
            <a:ext cx="474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僅</a:t>
            </a:r>
            <a:r>
              <a:rPr lang="zh-TW" altLang="en-US" dirty="0">
                <a:solidFill>
                  <a:srgbClr val="70AD47"/>
                </a:solidFill>
              </a:rPr>
              <a:t>參數</a:t>
            </a:r>
            <a:r>
              <a:rPr lang="zh-TW" dirty="0">
                <a:solidFill>
                  <a:srgbClr val="70AD47"/>
                </a:solidFill>
              </a:rPr>
              <a:t>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100" y="309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100" y="320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參數錯誤率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0100" y="320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偶發（難全檢）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100" y="320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0（規則寫在程式碼裡）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6100" y="373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100" y="383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可重現性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0100" y="383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低（因人而異）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100" y="3835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100%（同規格＝同結果）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100" y="436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100" y="447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品質驗證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0100" y="447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人工目視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100" y="447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自動化測試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9100" y="5252105"/>
            <a:ext cx="444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省 100+ 天/年 工程師工時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9500" y="5232400"/>
            <a:ext cx="5486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又快又準，每次一致</a:t>
            </a:r>
          </a:p>
        </p:txBody>
      </p:sp>
    </p:spTree>
    <p:extLst>
      <p:ext uri="{BB962C8B-B14F-4D97-AF65-F5344CB8AC3E}">
        <p14:creationId xmlns:p14="http://schemas.microsoft.com/office/powerpoint/2010/main" val="311262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不只是結構建模 — 架構可移植到任何場景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7267"/>
            <a:ext cx="1069848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7870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六層架構的核心邏輯：AI 理解 + 確定性執行 + 自動驗證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5907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只要符合這個模式的工作流，都能套用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🏗️  結構建模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98947"/>
            <a:ext cx="19659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讀懂結構圖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自動建 ETABS 模型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參數/構件品質檢查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 報告生成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198947"/>
            <a:ext cx="196596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讀懂分析結果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自動排版出報告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格式/內容完整性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📐  圖紙審查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198947"/>
            <a:ext cx="196596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讀懂圖紙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自動比對規範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違規項目清單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📊  數據處理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3198947"/>
            <a:ext cx="1965960" cy="27432"/>
          </a:xfrm>
          <a:prstGeom prst="rect">
            <a:avLst/>
          </a:prstGeom>
          <a:solidFill>
            <a:srgbClr val="B4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理解數據意義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批次清洗/轉換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資料一致性檢查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860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關鍵：架構是通用的，專業知識是可抽換的</a:t>
            </a:r>
          </a:p>
        </p:txBody>
      </p:sp>
    </p:spTree>
    <p:extLst>
      <p:ext uri="{BB962C8B-B14F-4D97-AF65-F5344CB8AC3E}">
        <p14:creationId xmlns:p14="http://schemas.microsoft.com/office/powerpoint/2010/main" val="1265279155"/>
      </p:ext>
    </p:extLst>
  </p:cSld>
  <p:clrMapOvr>
    <a:masterClrMapping/>
  </p:clrMapOvr>
</p:sld>
</file>

<file path=ppt/theme/theme1.xml><?xml version="1.0" encoding="utf-8"?>
<a:theme xmlns:a="http://schemas.openxmlformats.org/drawingml/2006/main" name="ELEMENTS_2019範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3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038AB15-52E3-4206-98D0-7B2D1E5663BB}"/>
    </a:ext>
  </a:extLst>
</a:theme>
</file>

<file path=ppt/theme/theme2.xml><?xml version="1.0" encoding="utf-8"?>
<a:theme xmlns:a="http://schemas.openxmlformats.org/drawingml/2006/main" name="elements green">
  <a:themeElements>
    <a:clrScheme name="綠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AD78A8B-EB94-488A-B5CB-86DC33F2A061}"/>
    </a:ext>
  </a:extLst>
</a:theme>
</file>

<file path=ppt/theme/theme3.xml><?xml version="1.0" encoding="utf-8"?>
<a:theme xmlns:a="http://schemas.openxmlformats.org/drawingml/2006/main" name="elements purple">
  <a:themeElements>
    <a:clrScheme name="紫蘿蘭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49F6DA5-2C38-4953-A598-F6F4600445F3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C048EB-2646-45CA-BCA2-E989F96C6C17}">
  <we:reference id="wa200010001" version="1.0.0.0" store="zh-TW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2022第四季圓方PPT範本</Template>
  <TotalTime>503</TotalTime>
  <Words>2698</Words>
  <Application>Microsoft Office PowerPoint</Application>
  <PresentationFormat>寬螢幕</PresentationFormat>
  <Paragraphs>608</Paragraphs>
  <Slides>22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Arial Unicode MS</vt:lpstr>
      <vt:lpstr>Microsoft JhengHei</vt:lpstr>
      <vt:lpstr>Microsoft JhengHei</vt:lpstr>
      <vt:lpstr>Aptos</vt:lpstr>
      <vt:lpstr>Arial</vt:lpstr>
      <vt:lpstr>Calibri</vt:lpstr>
      <vt:lpstr>Calibri Light</vt:lpstr>
      <vt:lpstr>Tw Cen MT</vt:lpstr>
      <vt:lpstr>ELEMENTS_2019範本</vt:lpstr>
      <vt:lpstr>elements green</vt:lpstr>
      <vt:lpstr>elements purple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User9 Elements</cp:lastModifiedBy>
  <cp:revision>82</cp:revision>
  <dcterms:created xsi:type="dcterms:W3CDTF">2013-01-27T09:14:16Z</dcterms:created>
  <dcterms:modified xsi:type="dcterms:W3CDTF">2026-03-11T02:41:14Z</dcterms:modified>
  <cp:category/>
</cp:coreProperties>
</file>